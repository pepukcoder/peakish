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2" r:id="rId5"/>
    <p:sldId id="264" r:id="rId6"/>
    <p:sldId id="292" r:id="rId7"/>
    <p:sldId id="257" r:id="rId8"/>
    <p:sldId id="318" r:id="rId9"/>
    <p:sldId id="311" r:id="rId10"/>
    <p:sldId id="312" r:id="rId11"/>
    <p:sldId id="313" r:id="rId12"/>
    <p:sldId id="314" r:id="rId13"/>
    <p:sldId id="265" r:id="rId14"/>
    <p:sldId id="315" r:id="rId15"/>
    <p:sldId id="291" r:id="rId16"/>
  </p:sldIdLst>
  <p:sldSz cx="9144000" cy="5143500"/>
  <p:notesSz cx="6858000" cy="9144000"/>
  <p:embeddedFontLst>
    <p:embeddedFont>
      <p:font typeface="Open Sans" charset="0"/>
      <p:regular r:id="rId20"/>
    </p:embeddedFont>
    <p:embeddedFont>
      <p:font typeface="Playfair Display Black" charset="0"/>
      <p:bold r:id="rId21"/>
      <p:boldItalic r:id="rId22"/>
    </p:embeddedFont>
    <p:embeddedFont>
      <p:font typeface="Playfair Display ExtraBold" charset="0"/>
      <p:boldItalic r:id="rId23"/>
    </p:embeddedFont>
    <p:embeddedFont>
      <p:font typeface="Calibri" panose="020F050202020403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5286890-67AF-43D7-825F-F43D800890D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20"/>
        <p:guide pos="524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font" Target="fonts/font8.fntdata"/><Relationship Id="rId26" Type="http://schemas.openxmlformats.org/officeDocument/2006/relationships/font" Target="fonts/font7.fntdata"/><Relationship Id="rId25" Type="http://schemas.openxmlformats.org/officeDocument/2006/relationships/font" Target="fonts/font6.fntdata"/><Relationship Id="rId24" Type="http://schemas.openxmlformats.org/officeDocument/2006/relationships/font" Target="fonts/font5.fntdata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21a4bcdb158_0_2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21a4bcdb158_0_2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1a4bcdb158_0_6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1a4bcdb158_0_6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g218bf84340c_0_1759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1" name="Google Shape;931;g218bf84340c_0_1759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18bf84340c_0_1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18bf84340c_0_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18bf84340c_0_1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18bf84340c_0_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1a4bcdb158_0_10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1a4bcdb158_0_10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21b686dc5e1_0_38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21b686dc5e1_0_38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4" Type="http://schemas.openxmlformats.org/officeDocument/2006/relationships/hyperlink" Target="http://bit.ly/2TtBDfr" TargetMode="External"/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Highest Mountain Ranges in the World by Slidesgo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713225" y="656338"/>
            <a:ext cx="4918800" cy="22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400">
                <a:latin typeface="Playfair Display Black"/>
                <a:ea typeface="Playfair Display Black"/>
                <a:cs typeface="Playfair Display Black"/>
                <a:sym typeface="Playfair Display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type="subTitle" idx="1"/>
          </p:nvPr>
        </p:nvSpPr>
        <p:spPr>
          <a:xfrm>
            <a:off x="713225" y="2856063"/>
            <a:ext cx="2787900" cy="71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7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subTitle" idx="1"/>
          </p:nvPr>
        </p:nvSpPr>
        <p:spPr>
          <a:xfrm>
            <a:off x="713227" y="3022488"/>
            <a:ext cx="31845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type="title"/>
          </p:nvPr>
        </p:nvSpPr>
        <p:spPr>
          <a:xfrm>
            <a:off x="713227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4" name="Google Shape;14;p3"/>
          <p:cNvSpPr txBox="1"/>
          <p:nvPr>
            <p:ph type="title" idx="2" hasCustomPrompt="1"/>
          </p:nvPr>
        </p:nvSpPr>
        <p:spPr>
          <a:xfrm>
            <a:off x="713227" y="1127400"/>
            <a:ext cx="1851300" cy="101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900"/>
              <a:buNone/>
              <a:defRPr sz="7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2pPr>
            <a:lvl3pPr lvl="2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3pPr>
            <a:lvl4pPr lvl="3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4pPr>
            <a:lvl5pPr lvl="4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5pPr>
            <a:lvl6pPr lvl="5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6pPr>
            <a:lvl7pPr lvl="6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7pPr>
            <a:lvl8pPr lvl="7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8pPr>
            <a:lvl9pPr lvl="8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type="body" idx="1"/>
          </p:nvPr>
        </p:nvSpPr>
        <p:spPr>
          <a:xfrm>
            <a:off x="710850" y="1152475"/>
            <a:ext cx="7722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Didact Gothic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9pPr>
          </a:lstStyle>
          <a:p/>
        </p:txBody>
      </p:sp>
      <p:sp>
        <p:nvSpPr>
          <p:cNvPr id="18" name="Google Shape;18;p4"/>
          <p:cNvSpPr/>
          <p:nvPr/>
        </p:nvSpPr>
        <p:spPr>
          <a:xfrm>
            <a:off x="7381233" y="1851024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type="subTitle" idx="1"/>
          </p:nvPr>
        </p:nvSpPr>
        <p:spPr>
          <a:xfrm>
            <a:off x="1035700" y="1445125"/>
            <a:ext cx="3274200" cy="253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type="subTitle" idx="2"/>
          </p:nvPr>
        </p:nvSpPr>
        <p:spPr>
          <a:xfrm>
            <a:off x="4834100" y="1445125"/>
            <a:ext cx="3274200" cy="253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5" name="Google Shape;25;p6"/>
          <p:cNvSpPr/>
          <p:nvPr/>
        </p:nvSpPr>
        <p:spPr>
          <a:xfrm>
            <a:off x="-466118" y="1565756"/>
            <a:ext cx="1100003" cy="3436691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" name="Google Shape;26;p6"/>
          <p:cNvSpPr/>
          <p:nvPr/>
        </p:nvSpPr>
        <p:spPr>
          <a:xfrm>
            <a:off x="-762000" y="4632825"/>
            <a:ext cx="10126828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713225" y="919900"/>
            <a:ext cx="3149700" cy="182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9" name="Google Shape;29;p7"/>
          <p:cNvSpPr txBox="1"/>
          <p:nvPr>
            <p:ph type="subTitle" idx="1"/>
          </p:nvPr>
        </p:nvSpPr>
        <p:spPr>
          <a:xfrm>
            <a:off x="713225" y="2721487"/>
            <a:ext cx="3820200" cy="119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0" name="Google Shape;30;p7"/>
          <p:cNvSpPr/>
          <p:nvPr>
            <p:ph type="pic" idx="2"/>
          </p:nvPr>
        </p:nvSpPr>
        <p:spPr>
          <a:xfrm>
            <a:off x="4697325" y="397050"/>
            <a:ext cx="3662400" cy="4349400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7"/>
          <p:cNvSpPr/>
          <p:nvPr/>
        </p:nvSpPr>
        <p:spPr>
          <a:xfrm>
            <a:off x="-2366025" y="3642800"/>
            <a:ext cx="6899449" cy="2760895"/>
          </a:xfrm>
          <a:custGeom>
            <a:avLst/>
            <a:gdLst/>
            <a:ahLst/>
            <a:cxnLst/>
            <a:rect l="l" t="t" r="r" b="b"/>
            <a:pathLst>
              <a:path w="240127" h="79668" extrusionOk="0">
                <a:moveTo>
                  <a:pt x="240127" y="66111"/>
                </a:moveTo>
                <a:cubicBezTo>
                  <a:pt x="240127" y="66111"/>
                  <a:pt x="203348" y="53558"/>
                  <a:pt x="198181" y="51734"/>
                </a:cubicBezTo>
                <a:cubicBezTo>
                  <a:pt x="193013" y="49910"/>
                  <a:pt x="176144" y="39028"/>
                  <a:pt x="172527" y="37509"/>
                </a:cubicBezTo>
                <a:cubicBezTo>
                  <a:pt x="168909" y="35989"/>
                  <a:pt x="158970" y="35989"/>
                  <a:pt x="158970" y="35989"/>
                </a:cubicBezTo>
                <a:lnTo>
                  <a:pt x="154684" y="32433"/>
                </a:lnTo>
                <a:lnTo>
                  <a:pt x="146417" y="30427"/>
                </a:lnTo>
                <a:lnTo>
                  <a:pt x="143164" y="29180"/>
                </a:lnTo>
                <a:lnTo>
                  <a:pt x="134866" y="21308"/>
                </a:lnTo>
                <a:cubicBezTo>
                  <a:pt x="134866" y="21308"/>
                  <a:pt x="126811" y="20822"/>
                  <a:pt x="122039" y="19788"/>
                </a:cubicBezTo>
                <a:cubicBezTo>
                  <a:pt x="117267" y="18755"/>
                  <a:pt x="108908" y="17235"/>
                  <a:pt x="108908" y="17235"/>
                </a:cubicBezTo>
                <a:lnTo>
                  <a:pt x="91674" y="9393"/>
                </a:lnTo>
                <a:lnTo>
                  <a:pt x="70883" y="1520"/>
                </a:lnTo>
                <a:lnTo>
                  <a:pt x="56202" y="1"/>
                </a:lnTo>
                <a:lnTo>
                  <a:pt x="50366" y="5593"/>
                </a:lnTo>
                <a:cubicBezTo>
                  <a:pt x="50366" y="5593"/>
                  <a:pt x="46324" y="17995"/>
                  <a:pt x="42767" y="20031"/>
                </a:cubicBezTo>
                <a:cubicBezTo>
                  <a:pt x="39241" y="22037"/>
                  <a:pt x="30609" y="26475"/>
                  <a:pt x="30609" y="26475"/>
                </a:cubicBezTo>
                <a:lnTo>
                  <a:pt x="21217" y="33041"/>
                </a:lnTo>
                <a:lnTo>
                  <a:pt x="13405" y="33041"/>
                </a:lnTo>
                <a:lnTo>
                  <a:pt x="1" y="45807"/>
                </a:lnTo>
                <a:lnTo>
                  <a:pt x="1" y="79667"/>
                </a:lnTo>
                <a:lnTo>
                  <a:pt x="240127" y="79667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713225" y="1410750"/>
            <a:ext cx="4021200" cy="232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2310750" y="1460375"/>
            <a:ext cx="4522500" cy="72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6" name="Google Shape;36;p9"/>
          <p:cNvSpPr txBox="1"/>
          <p:nvPr>
            <p:ph type="subTitle" idx="1"/>
          </p:nvPr>
        </p:nvSpPr>
        <p:spPr>
          <a:xfrm>
            <a:off x="2310750" y="2121625"/>
            <a:ext cx="4522500" cy="15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1781850" y="445025"/>
            <a:ext cx="5580300" cy="1333200"/>
          </a:xfrm>
          <a:prstGeom prst="rect">
            <a:avLst/>
          </a:pr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5400700" scaled="0"/>
          </a:gra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/>
          <p:nvPr>
            <p:ph type="title" hasCustomPrompt="1"/>
          </p:nvPr>
        </p:nvSpPr>
        <p:spPr>
          <a:xfrm>
            <a:off x="5005375" y="1613688"/>
            <a:ext cx="34254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/>
          <p:nvPr>
            <p:ph type="subTitle" idx="1"/>
          </p:nvPr>
        </p:nvSpPr>
        <p:spPr>
          <a:xfrm>
            <a:off x="5005375" y="2738413"/>
            <a:ext cx="3425400" cy="79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bg>
      <p:bgPr>
        <a:noFill/>
        <a:effectLst/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3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46" name="Google Shape;46;p13"/>
          <p:cNvSpPr txBox="1"/>
          <p:nvPr>
            <p:ph type="subTitle" idx="1"/>
          </p:nvPr>
        </p:nvSpPr>
        <p:spPr>
          <a:xfrm>
            <a:off x="1600800" y="1392800"/>
            <a:ext cx="2918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type="subTitle" idx="2"/>
          </p:nvPr>
        </p:nvSpPr>
        <p:spPr>
          <a:xfrm>
            <a:off x="1600800" y="1737530"/>
            <a:ext cx="29187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48" name="Google Shape;48;p13"/>
          <p:cNvSpPr txBox="1"/>
          <p:nvPr>
            <p:ph type="title" idx="3" hasCustomPrompt="1"/>
          </p:nvPr>
        </p:nvSpPr>
        <p:spPr>
          <a:xfrm>
            <a:off x="713224" y="1612700"/>
            <a:ext cx="796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36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/>
          <p:nvPr>
            <p:ph type="subTitle" idx="4"/>
          </p:nvPr>
        </p:nvSpPr>
        <p:spPr>
          <a:xfrm>
            <a:off x="1600800" y="3453042"/>
            <a:ext cx="2918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type="subTitle" idx="5"/>
          </p:nvPr>
        </p:nvSpPr>
        <p:spPr>
          <a:xfrm>
            <a:off x="1600800" y="3797775"/>
            <a:ext cx="29187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type="title" idx="6" hasCustomPrompt="1"/>
          </p:nvPr>
        </p:nvSpPr>
        <p:spPr>
          <a:xfrm>
            <a:off x="713224" y="3672973"/>
            <a:ext cx="796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36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/>
          <p:nvPr>
            <p:ph type="subTitle" idx="7"/>
          </p:nvPr>
        </p:nvSpPr>
        <p:spPr>
          <a:xfrm>
            <a:off x="1600800" y="2422917"/>
            <a:ext cx="2918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type="subTitle" idx="8"/>
          </p:nvPr>
        </p:nvSpPr>
        <p:spPr>
          <a:xfrm>
            <a:off x="1600800" y="2767646"/>
            <a:ext cx="29187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type="title" idx="9" hasCustomPrompt="1"/>
          </p:nvPr>
        </p:nvSpPr>
        <p:spPr>
          <a:xfrm>
            <a:off x="713224" y="2642830"/>
            <a:ext cx="796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36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9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3354475" y="3198713"/>
            <a:ext cx="5076300" cy="4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7" name="Google Shape;57;p14"/>
          <p:cNvSpPr txBox="1"/>
          <p:nvPr>
            <p:ph type="subTitle" idx="1"/>
          </p:nvPr>
        </p:nvSpPr>
        <p:spPr>
          <a:xfrm>
            <a:off x="3354475" y="1296188"/>
            <a:ext cx="5076300" cy="189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2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5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subTitle" idx="1"/>
          </p:nvPr>
        </p:nvSpPr>
        <p:spPr>
          <a:xfrm flipH="1">
            <a:off x="5246277" y="3022488"/>
            <a:ext cx="31845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type="title"/>
          </p:nvPr>
        </p:nvSpPr>
        <p:spPr>
          <a:xfrm flipH="1">
            <a:off x="3907077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1" name="Google Shape;61;p15"/>
          <p:cNvSpPr txBox="1"/>
          <p:nvPr>
            <p:ph type="title" idx="2" hasCustomPrompt="1"/>
          </p:nvPr>
        </p:nvSpPr>
        <p:spPr>
          <a:xfrm flipH="1">
            <a:off x="6579477" y="1127400"/>
            <a:ext cx="1851300" cy="101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8900"/>
              <a:buNone/>
              <a:defRPr sz="7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2pPr>
            <a:lvl3pPr lvl="2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3pPr>
            <a:lvl4pPr lvl="3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4pPr>
            <a:lvl5pPr lvl="4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5pPr>
            <a:lvl6pPr lvl="5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6pPr>
            <a:lvl7pPr lvl="6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7pPr>
            <a:lvl8pPr lvl="7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8pPr>
            <a:lvl9pPr lvl="8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8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subTitle" idx="1"/>
          </p:nvPr>
        </p:nvSpPr>
        <p:spPr>
          <a:xfrm flipH="1">
            <a:off x="2979752" y="3022488"/>
            <a:ext cx="31845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type="title"/>
          </p:nvPr>
        </p:nvSpPr>
        <p:spPr>
          <a:xfrm flipH="1">
            <a:off x="2310152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6"/>
          <p:cNvSpPr txBox="1"/>
          <p:nvPr>
            <p:ph type="title" idx="2" hasCustomPrompt="1"/>
          </p:nvPr>
        </p:nvSpPr>
        <p:spPr>
          <a:xfrm flipH="1">
            <a:off x="3646352" y="1127400"/>
            <a:ext cx="1851300" cy="101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900"/>
              <a:buNone/>
              <a:defRPr sz="7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2pPr>
            <a:lvl3pPr lvl="2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3pPr>
            <a:lvl4pPr lvl="3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4pPr>
            <a:lvl5pPr lvl="4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5pPr>
            <a:lvl6pPr lvl="5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6pPr>
            <a:lvl7pPr lvl="6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7pPr>
            <a:lvl8pPr lvl="7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8pPr>
            <a:lvl9pPr lvl="8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9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subTitle" idx="1"/>
          </p:nvPr>
        </p:nvSpPr>
        <p:spPr>
          <a:xfrm flipH="1">
            <a:off x="713225" y="1388072"/>
            <a:ext cx="507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68" name="Google Shape;68;p17"/>
          <p:cNvSpPr txBox="1"/>
          <p:nvPr>
            <p:ph type="title" hasCustomPrompt="1"/>
          </p:nvPr>
        </p:nvSpPr>
        <p:spPr>
          <a:xfrm flipH="1">
            <a:off x="713225" y="671075"/>
            <a:ext cx="50748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51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69" name="Google Shape;69;p17"/>
          <p:cNvSpPr txBox="1"/>
          <p:nvPr>
            <p:ph type="subTitle" idx="2"/>
          </p:nvPr>
        </p:nvSpPr>
        <p:spPr>
          <a:xfrm flipH="1">
            <a:off x="713225" y="2588399"/>
            <a:ext cx="507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70" name="Google Shape;70;p17"/>
          <p:cNvSpPr txBox="1"/>
          <p:nvPr>
            <p:ph type="title" idx="3" hasCustomPrompt="1"/>
          </p:nvPr>
        </p:nvSpPr>
        <p:spPr>
          <a:xfrm flipH="1">
            <a:off x="713225" y="1880770"/>
            <a:ext cx="50748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51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71" name="Google Shape;71;p17"/>
          <p:cNvSpPr txBox="1"/>
          <p:nvPr>
            <p:ph type="subTitle" idx="4"/>
          </p:nvPr>
        </p:nvSpPr>
        <p:spPr>
          <a:xfrm flipH="1">
            <a:off x="713225" y="3788725"/>
            <a:ext cx="507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72" name="Google Shape;72;p17"/>
          <p:cNvSpPr txBox="1"/>
          <p:nvPr>
            <p:ph type="title" idx="5" hasCustomPrompt="1"/>
          </p:nvPr>
        </p:nvSpPr>
        <p:spPr>
          <a:xfrm flipH="1">
            <a:off x="713225" y="3090464"/>
            <a:ext cx="50748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51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12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75" name="Google Shape;75;p18"/>
          <p:cNvSpPr txBox="1"/>
          <p:nvPr>
            <p:ph type="subTitle" idx="1"/>
          </p:nvPr>
        </p:nvSpPr>
        <p:spPr>
          <a:xfrm>
            <a:off x="1202350" y="3359950"/>
            <a:ext cx="2262900" cy="44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type="subTitle" idx="2"/>
          </p:nvPr>
        </p:nvSpPr>
        <p:spPr>
          <a:xfrm>
            <a:off x="1202353" y="3665375"/>
            <a:ext cx="2262900" cy="562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type="title" idx="3" hasCustomPrompt="1"/>
          </p:nvPr>
        </p:nvSpPr>
        <p:spPr>
          <a:xfrm>
            <a:off x="1683440" y="1328588"/>
            <a:ext cx="1300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8"/>
          <p:cNvSpPr txBox="1"/>
          <p:nvPr>
            <p:ph type="subTitle" idx="4"/>
          </p:nvPr>
        </p:nvSpPr>
        <p:spPr>
          <a:xfrm>
            <a:off x="5678750" y="3359950"/>
            <a:ext cx="2262900" cy="44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type="subTitle" idx="5"/>
          </p:nvPr>
        </p:nvSpPr>
        <p:spPr>
          <a:xfrm>
            <a:off x="5678753" y="3665375"/>
            <a:ext cx="2262900" cy="562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type="title" idx="6" hasCustomPrompt="1"/>
          </p:nvPr>
        </p:nvSpPr>
        <p:spPr>
          <a:xfrm>
            <a:off x="6159762" y="1328588"/>
            <a:ext cx="1300800" cy="50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8"/>
          <p:cNvSpPr/>
          <p:nvPr/>
        </p:nvSpPr>
        <p:spPr>
          <a:xfrm>
            <a:off x="7633975" y="2096325"/>
            <a:ext cx="3485770" cy="3096571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8"/>
          <p:cNvSpPr/>
          <p:nvPr/>
        </p:nvSpPr>
        <p:spPr>
          <a:xfrm>
            <a:off x="-710275" y="1626426"/>
            <a:ext cx="2022623" cy="3723708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18"/>
          <p:cNvSpPr/>
          <p:nvPr/>
        </p:nvSpPr>
        <p:spPr>
          <a:xfrm>
            <a:off x="0" y="43280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86" name="Google Shape;86;p19"/>
          <p:cNvSpPr/>
          <p:nvPr/>
        </p:nvSpPr>
        <p:spPr>
          <a:xfrm>
            <a:off x="-2008291" y="1783576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6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89" name="Google Shape;89;p20"/>
          <p:cNvSpPr/>
          <p:nvPr/>
        </p:nvSpPr>
        <p:spPr>
          <a:xfrm>
            <a:off x="-1247974" y="754100"/>
            <a:ext cx="2190675" cy="4315410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20"/>
          <p:cNvSpPr/>
          <p:nvPr/>
        </p:nvSpPr>
        <p:spPr>
          <a:xfrm>
            <a:off x="8080825" y="1626426"/>
            <a:ext cx="2022623" cy="3723708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91;p20"/>
          <p:cNvSpPr/>
          <p:nvPr/>
        </p:nvSpPr>
        <p:spPr>
          <a:xfrm rot="-257297" flipH="1">
            <a:off x="-67768" y="4224281"/>
            <a:ext cx="9440442" cy="192758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7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>
          <a:xfrm flipH="1">
            <a:off x="5319775" y="1623788"/>
            <a:ext cx="3111000" cy="10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6" name="Google Shape;96;p22"/>
          <p:cNvSpPr txBox="1"/>
          <p:nvPr>
            <p:ph type="subTitle" idx="1"/>
          </p:nvPr>
        </p:nvSpPr>
        <p:spPr>
          <a:xfrm flipH="1">
            <a:off x="4393375" y="2545613"/>
            <a:ext cx="4037400" cy="9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2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3"/>
          <p:cNvSpPr txBox="1"/>
          <p:nvPr>
            <p:ph type="title"/>
          </p:nvPr>
        </p:nvSpPr>
        <p:spPr>
          <a:xfrm>
            <a:off x="4275425" y="445025"/>
            <a:ext cx="2808000" cy="13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9" name="Google Shape;99;p23"/>
          <p:cNvSpPr txBox="1"/>
          <p:nvPr>
            <p:ph type="body" idx="1"/>
          </p:nvPr>
        </p:nvSpPr>
        <p:spPr>
          <a:xfrm>
            <a:off x="4275425" y="1869750"/>
            <a:ext cx="4155300" cy="20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Nunito Light"/>
              <a:buChar char="●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 Light"/>
              <a:buChar char="○"/>
              <a:defRPr/>
            </a:lvl2pPr>
            <a:lvl3pPr marL="1371600" lvl="2" indent="-3238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unito Light"/>
              <a:buChar char="■"/>
              <a:defRPr/>
            </a:lvl3pPr>
            <a:lvl4pPr marL="1828800" lvl="3" indent="-3238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unito Ligh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 Ligh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 Light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Nunito Light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Nunito Ligh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4"/>
          <p:cNvSpPr txBox="1"/>
          <p:nvPr>
            <p:ph type="title"/>
          </p:nvPr>
        </p:nvSpPr>
        <p:spPr>
          <a:xfrm>
            <a:off x="713225" y="1307625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02" name="Google Shape;102;p24"/>
          <p:cNvSpPr txBox="1"/>
          <p:nvPr>
            <p:ph type="subTitle" idx="1"/>
          </p:nvPr>
        </p:nvSpPr>
        <p:spPr>
          <a:xfrm>
            <a:off x="713225" y="2544950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03" name="Google Shape;103;p24"/>
          <p:cNvSpPr/>
          <p:nvPr/>
        </p:nvSpPr>
        <p:spPr>
          <a:xfrm>
            <a:off x="6342225" y="1509698"/>
            <a:ext cx="4471064" cy="4435219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24"/>
          <p:cNvSpPr/>
          <p:nvPr/>
        </p:nvSpPr>
        <p:spPr>
          <a:xfrm>
            <a:off x="-67888" y="4178475"/>
            <a:ext cx="9440529" cy="192762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105" name="Google Shape;105;p24"/>
          <p:cNvSpPr/>
          <p:nvPr/>
        </p:nvSpPr>
        <p:spPr>
          <a:xfrm>
            <a:off x="7186372" y="79399"/>
            <a:ext cx="2782778" cy="496671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4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>
          <a:xfrm>
            <a:off x="5243575" y="1307625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08" name="Google Shape;108;p25"/>
          <p:cNvSpPr txBox="1"/>
          <p:nvPr>
            <p:ph type="subTitle" idx="1"/>
          </p:nvPr>
        </p:nvSpPr>
        <p:spPr>
          <a:xfrm>
            <a:off x="5243575" y="2544950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09" name="Google Shape;109;p25"/>
          <p:cNvSpPr/>
          <p:nvPr/>
        </p:nvSpPr>
        <p:spPr>
          <a:xfrm>
            <a:off x="-947400" y="754100"/>
            <a:ext cx="3515518" cy="4315410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25"/>
          <p:cNvSpPr/>
          <p:nvPr/>
        </p:nvSpPr>
        <p:spPr>
          <a:xfrm rot="-257297" flipH="1">
            <a:off x="-67768" y="4178806"/>
            <a:ext cx="9440442" cy="192758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25"/>
          <p:cNvSpPr/>
          <p:nvPr/>
        </p:nvSpPr>
        <p:spPr>
          <a:xfrm>
            <a:off x="5848661" y="358626"/>
            <a:ext cx="2436817" cy="4348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5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713225" y="1307625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14" name="Google Shape;114;p26"/>
          <p:cNvSpPr txBox="1"/>
          <p:nvPr>
            <p:ph type="subTitle" idx="1"/>
          </p:nvPr>
        </p:nvSpPr>
        <p:spPr>
          <a:xfrm>
            <a:off x="713225" y="2544950"/>
            <a:ext cx="3187200" cy="12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15" name="Google Shape;115;p26"/>
          <p:cNvSpPr/>
          <p:nvPr/>
        </p:nvSpPr>
        <p:spPr>
          <a:xfrm flipH="1">
            <a:off x="-1103003" y="436874"/>
            <a:ext cx="2782778" cy="496671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2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18" name="Google Shape;118;p27"/>
          <p:cNvSpPr txBox="1"/>
          <p:nvPr>
            <p:ph type="body" idx="1"/>
          </p:nvPr>
        </p:nvSpPr>
        <p:spPr>
          <a:xfrm>
            <a:off x="710850" y="1152475"/>
            <a:ext cx="7722300" cy="141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Didact Gothic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2pPr>
            <a:lvl3pPr marL="1371600" lvl="2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3pPr>
            <a:lvl4pPr marL="1828800" lvl="3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4pPr>
            <a:lvl5pPr marL="2286000" lvl="4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5pPr>
            <a:lvl6pPr marL="2743200" lvl="5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6pPr>
            <a:lvl7pPr marL="3200400" lvl="6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●"/>
              <a:defRPr/>
            </a:lvl7pPr>
            <a:lvl8pPr marL="3657600" lvl="7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○"/>
              <a:defRPr/>
            </a:lvl8pPr>
            <a:lvl9pPr marL="4114800" lvl="8" indent="-323850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500"/>
              <a:buFont typeface="Didact Gothic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3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8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21" name="Google Shape;121;p28"/>
          <p:cNvSpPr txBox="1"/>
          <p:nvPr>
            <p:ph type="subTitle" idx="1"/>
          </p:nvPr>
        </p:nvSpPr>
        <p:spPr>
          <a:xfrm>
            <a:off x="713225" y="1519700"/>
            <a:ext cx="4275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2" name="Google Shape;122;p28"/>
          <p:cNvSpPr txBox="1"/>
          <p:nvPr>
            <p:ph type="subTitle" idx="2"/>
          </p:nvPr>
        </p:nvSpPr>
        <p:spPr>
          <a:xfrm>
            <a:off x="713225" y="1864423"/>
            <a:ext cx="4275900" cy="810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3" name="Google Shape;123;p28"/>
          <p:cNvSpPr txBox="1"/>
          <p:nvPr>
            <p:ph type="subTitle" idx="3"/>
          </p:nvPr>
        </p:nvSpPr>
        <p:spPr>
          <a:xfrm>
            <a:off x="713225" y="2965870"/>
            <a:ext cx="4275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4" name="Google Shape;124;p28"/>
          <p:cNvSpPr txBox="1"/>
          <p:nvPr>
            <p:ph type="subTitle" idx="4"/>
          </p:nvPr>
        </p:nvSpPr>
        <p:spPr>
          <a:xfrm>
            <a:off x="713225" y="3310600"/>
            <a:ext cx="4275900" cy="810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18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9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27" name="Google Shape;127;p29"/>
          <p:cNvSpPr txBox="1"/>
          <p:nvPr>
            <p:ph type="subTitle" idx="1"/>
          </p:nvPr>
        </p:nvSpPr>
        <p:spPr>
          <a:xfrm>
            <a:off x="1433063" y="3479125"/>
            <a:ext cx="2597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8" name="Google Shape;128;p29"/>
          <p:cNvSpPr txBox="1"/>
          <p:nvPr>
            <p:ph type="subTitle" idx="2"/>
          </p:nvPr>
        </p:nvSpPr>
        <p:spPr>
          <a:xfrm>
            <a:off x="1433063" y="3823850"/>
            <a:ext cx="2597700" cy="658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29" name="Google Shape;129;p29"/>
          <p:cNvSpPr txBox="1"/>
          <p:nvPr>
            <p:ph type="subTitle" idx="3"/>
          </p:nvPr>
        </p:nvSpPr>
        <p:spPr>
          <a:xfrm>
            <a:off x="5113163" y="3479125"/>
            <a:ext cx="25977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0" name="Google Shape;130;p29"/>
          <p:cNvSpPr txBox="1"/>
          <p:nvPr>
            <p:ph type="subTitle" idx="4"/>
          </p:nvPr>
        </p:nvSpPr>
        <p:spPr>
          <a:xfrm>
            <a:off x="5113163" y="3823850"/>
            <a:ext cx="2597700" cy="658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4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33" name="Google Shape;133;p30"/>
          <p:cNvSpPr txBox="1"/>
          <p:nvPr>
            <p:ph type="subTitle" idx="1"/>
          </p:nvPr>
        </p:nvSpPr>
        <p:spPr>
          <a:xfrm>
            <a:off x="915275" y="2425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4" name="Google Shape;134;p30"/>
          <p:cNvSpPr txBox="1"/>
          <p:nvPr>
            <p:ph type="subTitle" idx="2"/>
          </p:nvPr>
        </p:nvSpPr>
        <p:spPr>
          <a:xfrm>
            <a:off x="915275" y="2769822"/>
            <a:ext cx="2224200" cy="111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5" name="Google Shape;135;p30"/>
          <p:cNvSpPr txBox="1"/>
          <p:nvPr>
            <p:ph type="subTitle" idx="3"/>
          </p:nvPr>
        </p:nvSpPr>
        <p:spPr>
          <a:xfrm>
            <a:off x="3459875" y="2425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6" name="Google Shape;136;p30"/>
          <p:cNvSpPr txBox="1"/>
          <p:nvPr>
            <p:ph type="subTitle" idx="4"/>
          </p:nvPr>
        </p:nvSpPr>
        <p:spPr>
          <a:xfrm>
            <a:off x="3459875" y="2769822"/>
            <a:ext cx="2224200" cy="111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7" name="Google Shape;137;p30"/>
          <p:cNvSpPr txBox="1"/>
          <p:nvPr>
            <p:ph type="subTitle" idx="5"/>
          </p:nvPr>
        </p:nvSpPr>
        <p:spPr>
          <a:xfrm>
            <a:off x="6004475" y="2425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38" name="Google Shape;138;p30"/>
          <p:cNvSpPr txBox="1"/>
          <p:nvPr>
            <p:ph type="subTitle" idx="6"/>
          </p:nvPr>
        </p:nvSpPr>
        <p:spPr>
          <a:xfrm>
            <a:off x="6004475" y="2769822"/>
            <a:ext cx="2224200" cy="111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6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41" name="Google Shape;141;p31"/>
          <p:cNvSpPr txBox="1"/>
          <p:nvPr>
            <p:ph type="subTitle" idx="1"/>
          </p:nvPr>
        </p:nvSpPr>
        <p:spPr>
          <a:xfrm>
            <a:off x="1821900" y="1534650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2" name="Google Shape;142;p31"/>
          <p:cNvSpPr txBox="1"/>
          <p:nvPr>
            <p:ph type="subTitle" idx="2"/>
          </p:nvPr>
        </p:nvSpPr>
        <p:spPr>
          <a:xfrm>
            <a:off x="1821900" y="1879370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3" name="Google Shape;143;p31"/>
          <p:cNvSpPr txBox="1"/>
          <p:nvPr>
            <p:ph type="subTitle" idx="3"/>
          </p:nvPr>
        </p:nvSpPr>
        <p:spPr>
          <a:xfrm>
            <a:off x="4732175" y="1534650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4" name="Google Shape;144;p31"/>
          <p:cNvSpPr txBox="1"/>
          <p:nvPr>
            <p:ph type="subTitle" idx="4"/>
          </p:nvPr>
        </p:nvSpPr>
        <p:spPr>
          <a:xfrm>
            <a:off x="4732175" y="1879369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type="subTitle" idx="5"/>
          </p:nvPr>
        </p:nvSpPr>
        <p:spPr>
          <a:xfrm>
            <a:off x="1821929" y="2909436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6" name="Google Shape;146;p31"/>
          <p:cNvSpPr txBox="1"/>
          <p:nvPr>
            <p:ph type="subTitle" idx="6"/>
          </p:nvPr>
        </p:nvSpPr>
        <p:spPr>
          <a:xfrm>
            <a:off x="1821929" y="3254156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7" name="Google Shape;147;p31"/>
          <p:cNvSpPr txBox="1"/>
          <p:nvPr>
            <p:ph type="subTitle" idx="7"/>
          </p:nvPr>
        </p:nvSpPr>
        <p:spPr>
          <a:xfrm>
            <a:off x="4732204" y="2909432"/>
            <a:ext cx="2589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48" name="Google Shape;148;p31"/>
          <p:cNvSpPr txBox="1"/>
          <p:nvPr>
            <p:ph type="subTitle" idx="8"/>
          </p:nvPr>
        </p:nvSpPr>
        <p:spPr>
          <a:xfrm>
            <a:off x="4732204" y="3254152"/>
            <a:ext cx="2589900" cy="64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10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2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51" name="Google Shape;151;p32"/>
          <p:cNvSpPr txBox="1"/>
          <p:nvPr>
            <p:ph type="subTitle" idx="1"/>
          </p:nvPr>
        </p:nvSpPr>
        <p:spPr>
          <a:xfrm>
            <a:off x="9152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2" name="Google Shape;152;p32"/>
          <p:cNvSpPr txBox="1"/>
          <p:nvPr>
            <p:ph type="subTitle" idx="2"/>
          </p:nvPr>
        </p:nvSpPr>
        <p:spPr>
          <a:xfrm>
            <a:off x="9152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3" name="Google Shape;153;p32"/>
          <p:cNvSpPr txBox="1"/>
          <p:nvPr>
            <p:ph type="subTitle" idx="3"/>
          </p:nvPr>
        </p:nvSpPr>
        <p:spPr>
          <a:xfrm>
            <a:off x="34598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4" name="Google Shape;154;p32"/>
          <p:cNvSpPr txBox="1"/>
          <p:nvPr>
            <p:ph type="subTitle" idx="4"/>
          </p:nvPr>
        </p:nvSpPr>
        <p:spPr>
          <a:xfrm>
            <a:off x="34598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5" name="Google Shape;155;p32"/>
          <p:cNvSpPr txBox="1"/>
          <p:nvPr>
            <p:ph type="subTitle" idx="5"/>
          </p:nvPr>
        </p:nvSpPr>
        <p:spPr>
          <a:xfrm>
            <a:off x="60044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6" name="Google Shape;156;p32"/>
          <p:cNvSpPr txBox="1"/>
          <p:nvPr>
            <p:ph type="subTitle" idx="6"/>
          </p:nvPr>
        </p:nvSpPr>
        <p:spPr>
          <a:xfrm>
            <a:off x="60044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7" name="Google Shape;157;p32"/>
          <p:cNvSpPr txBox="1"/>
          <p:nvPr>
            <p:ph type="subTitle" idx="7"/>
          </p:nvPr>
        </p:nvSpPr>
        <p:spPr>
          <a:xfrm>
            <a:off x="2187600" y="29897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8" name="Google Shape;158;p32"/>
          <p:cNvSpPr txBox="1"/>
          <p:nvPr>
            <p:ph type="subTitle" idx="8"/>
          </p:nvPr>
        </p:nvSpPr>
        <p:spPr>
          <a:xfrm>
            <a:off x="2187600" y="333447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59" name="Google Shape;159;p32"/>
          <p:cNvSpPr txBox="1"/>
          <p:nvPr>
            <p:ph type="subTitle" idx="9"/>
          </p:nvPr>
        </p:nvSpPr>
        <p:spPr>
          <a:xfrm>
            <a:off x="4732200" y="29897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0" name="Google Shape;160;p32"/>
          <p:cNvSpPr txBox="1"/>
          <p:nvPr>
            <p:ph type="subTitle" idx="13"/>
          </p:nvPr>
        </p:nvSpPr>
        <p:spPr>
          <a:xfrm>
            <a:off x="4732200" y="333447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3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63" name="Google Shape;163;p33"/>
          <p:cNvSpPr txBox="1"/>
          <p:nvPr>
            <p:ph type="subTitle" idx="1"/>
          </p:nvPr>
        </p:nvSpPr>
        <p:spPr>
          <a:xfrm>
            <a:off x="9914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4" name="Google Shape;164;p33"/>
          <p:cNvSpPr txBox="1"/>
          <p:nvPr>
            <p:ph type="subTitle" idx="2"/>
          </p:nvPr>
        </p:nvSpPr>
        <p:spPr>
          <a:xfrm>
            <a:off x="9914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5" name="Google Shape;165;p33"/>
          <p:cNvSpPr txBox="1"/>
          <p:nvPr>
            <p:ph type="subTitle" idx="3"/>
          </p:nvPr>
        </p:nvSpPr>
        <p:spPr>
          <a:xfrm>
            <a:off x="34598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6" name="Google Shape;166;p33"/>
          <p:cNvSpPr txBox="1"/>
          <p:nvPr>
            <p:ph type="subTitle" idx="4"/>
          </p:nvPr>
        </p:nvSpPr>
        <p:spPr>
          <a:xfrm>
            <a:off x="34598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7" name="Google Shape;167;p33"/>
          <p:cNvSpPr txBox="1"/>
          <p:nvPr>
            <p:ph type="subTitle" idx="5"/>
          </p:nvPr>
        </p:nvSpPr>
        <p:spPr>
          <a:xfrm>
            <a:off x="59282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8" name="Google Shape;168;p33"/>
          <p:cNvSpPr txBox="1"/>
          <p:nvPr>
            <p:ph type="subTitle" idx="6"/>
          </p:nvPr>
        </p:nvSpPr>
        <p:spPr>
          <a:xfrm>
            <a:off x="59282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69" name="Google Shape;169;p33"/>
          <p:cNvSpPr txBox="1"/>
          <p:nvPr>
            <p:ph type="subTitle" idx="7"/>
          </p:nvPr>
        </p:nvSpPr>
        <p:spPr>
          <a:xfrm>
            <a:off x="9915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0" name="Google Shape;170;p33"/>
          <p:cNvSpPr txBox="1"/>
          <p:nvPr>
            <p:ph type="subTitle" idx="8"/>
          </p:nvPr>
        </p:nvSpPr>
        <p:spPr>
          <a:xfrm>
            <a:off x="9915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1" name="Google Shape;171;p33"/>
          <p:cNvSpPr txBox="1"/>
          <p:nvPr>
            <p:ph type="subTitle" idx="9"/>
          </p:nvPr>
        </p:nvSpPr>
        <p:spPr>
          <a:xfrm>
            <a:off x="34599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2" name="Google Shape;172;p33"/>
          <p:cNvSpPr txBox="1"/>
          <p:nvPr>
            <p:ph type="subTitle" idx="13"/>
          </p:nvPr>
        </p:nvSpPr>
        <p:spPr>
          <a:xfrm>
            <a:off x="34599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3" name="Google Shape;173;p33"/>
          <p:cNvSpPr txBox="1"/>
          <p:nvPr>
            <p:ph type="subTitle" idx="14"/>
          </p:nvPr>
        </p:nvSpPr>
        <p:spPr>
          <a:xfrm>
            <a:off x="59283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4" name="Google Shape;174;p33"/>
          <p:cNvSpPr txBox="1"/>
          <p:nvPr>
            <p:ph type="subTitle" idx="15"/>
          </p:nvPr>
        </p:nvSpPr>
        <p:spPr>
          <a:xfrm>
            <a:off x="59283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75" name="Google Shape;175;p33"/>
          <p:cNvSpPr/>
          <p:nvPr/>
        </p:nvSpPr>
        <p:spPr>
          <a:xfrm>
            <a:off x="7789100" y="1181173"/>
            <a:ext cx="2866511" cy="4232923"/>
          </a:xfrm>
          <a:custGeom>
            <a:avLst/>
            <a:gdLst/>
            <a:ahLst/>
            <a:cxnLst/>
            <a:rect l="l" t="t" r="r" b="b"/>
            <a:pathLst>
              <a:path w="236024" h="95261" extrusionOk="0">
                <a:moveTo>
                  <a:pt x="12098" y="80762"/>
                </a:moveTo>
                <a:cubicBezTo>
                  <a:pt x="14652" y="78999"/>
                  <a:pt x="17266" y="77357"/>
                  <a:pt x="19880" y="75685"/>
                </a:cubicBezTo>
                <a:cubicBezTo>
                  <a:pt x="21856" y="74439"/>
                  <a:pt x="23831" y="73254"/>
                  <a:pt x="25655" y="71795"/>
                </a:cubicBezTo>
                <a:cubicBezTo>
                  <a:pt x="26415" y="71187"/>
                  <a:pt x="27205" y="70670"/>
                  <a:pt x="27904" y="69971"/>
                </a:cubicBezTo>
                <a:cubicBezTo>
                  <a:pt x="28512" y="69363"/>
                  <a:pt x="28725" y="68755"/>
                  <a:pt x="29181" y="68117"/>
                </a:cubicBezTo>
                <a:cubicBezTo>
                  <a:pt x="29850" y="67144"/>
                  <a:pt x="30701" y="66384"/>
                  <a:pt x="31734" y="65959"/>
                </a:cubicBezTo>
                <a:cubicBezTo>
                  <a:pt x="33102" y="65412"/>
                  <a:pt x="34409" y="64773"/>
                  <a:pt x="35655" y="64105"/>
                </a:cubicBezTo>
                <a:cubicBezTo>
                  <a:pt x="36841" y="63497"/>
                  <a:pt x="37965" y="62342"/>
                  <a:pt x="38907" y="61460"/>
                </a:cubicBezTo>
                <a:cubicBezTo>
                  <a:pt x="40063" y="60457"/>
                  <a:pt x="41248" y="59302"/>
                  <a:pt x="42403" y="58360"/>
                </a:cubicBezTo>
                <a:cubicBezTo>
                  <a:pt x="43376" y="57600"/>
                  <a:pt x="44166" y="56567"/>
                  <a:pt x="45108" y="55837"/>
                </a:cubicBezTo>
                <a:cubicBezTo>
                  <a:pt x="46263" y="54986"/>
                  <a:pt x="47601" y="54439"/>
                  <a:pt x="48786" y="53557"/>
                </a:cubicBezTo>
                <a:cubicBezTo>
                  <a:pt x="50154" y="52554"/>
                  <a:pt x="51400" y="51582"/>
                  <a:pt x="52920" y="50791"/>
                </a:cubicBezTo>
                <a:cubicBezTo>
                  <a:pt x="54227" y="50153"/>
                  <a:pt x="55200" y="48968"/>
                  <a:pt x="56507" y="48299"/>
                </a:cubicBezTo>
                <a:cubicBezTo>
                  <a:pt x="57115" y="47934"/>
                  <a:pt x="57479" y="47539"/>
                  <a:pt x="58178" y="47752"/>
                </a:cubicBezTo>
                <a:cubicBezTo>
                  <a:pt x="58908" y="47995"/>
                  <a:pt x="59425" y="48664"/>
                  <a:pt x="60124" y="48846"/>
                </a:cubicBezTo>
                <a:cubicBezTo>
                  <a:pt x="60519" y="48968"/>
                  <a:pt x="61826" y="49120"/>
                  <a:pt x="62251" y="48937"/>
                </a:cubicBezTo>
                <a:cubicBezTo>
                  <a:pt x="62799" y="48664"/>
                  <a:pt x="63163" y="46962"/>
                  <a:pt x="63376" y="46354"/>
                </a:cubicBezTo>
                <a:cubicBezTo>
                  <a:pt x="63650" y="45624"/>
                  <a:pt x="63771" y="44864"/>
                  <a:pt x="63984" y="44226"/>
                </a:cubicBezTo>
                <a:cubicBezTo>
                  <a:pt x="64136" y="43800"/>
                  <a:pt x="64258" y="43466"/>
                  <a:pt x="64501" y="43041"/>
                </a:cubicBezTo>
                <a:cubicBezTo>
                  <a:pt x="64683" y="42676"/>
                  <a:pt x="64835" y="42159"/>
                  <a:pt x="65048" y="41825"/>
                </a:cubicBezTo>
                <a:cubicBezTo>
                  <a:pt x="65656" y="40791"/>
                  <a:pt x="67175" y="40123"/>
                  <a:pt x="68087" y="39363"/>
                </a:cubicBezTo>
                <a:cubicBezTo>
                  <a:pt x="68726" y="38816"/>
                  <a:pt x="69151" y="38329"/>
                  <a:pt x="69577" y="37721"/>
                </a:cubicBezTo>
                <a:cubicBezTo>
                  <a:pt x="69881" y="37235"/>
                  <a:pt x="70519" y="36779"/>
                  <a:pt x="70945" y="36384"/>
                </a:cubicBezTo>
                <a:cubicBezTo>
                  <a:pt x="72191" y="35259"/>
                  <a:pt x="73528" y="34256"/>
                  <a:pt x="74926" y="33314"/>
                </a:cubicBezTo>
                <a:cubicBezTo>
                  <a:pt x="75838" y="32706"/>
                  <a:pt x="76841" y="32341"/>
                  <a:pt x="77692" y="31673"/>
                </a:cubicBezTo>
                <a:cubicBezTo>
                  <a:pt x="78209" y="31308"/>
                  <a:pt x="78665" y="30882"/>
                  <a:pt x="79151" y="30548"/>
                </a:cubicBezTo>
                <a:cubicBezTo>
                  <a:pt x="79851" y="30092"/>
                  <a:pt x="80489" y="29545"/>
                  <a:pt x="81127" y="29059"/>
                </a:cubicBezTo>
                <a:cubicBezTo>
                  <a:pt x="82221" y="28177"/>
                  <a:pt x="83255" y="27326"/>
                  <a:pt x="84227" y="26323"/>
                </a:cubicBezTo>
                <a:cubicBezTo>
                  <a:pt x="85504" y="25077"/>
                  <a:pt x="87085" y="24378"/>
                  <a:pt x="88422" y="23253"/>
                </a:cubicBezTo>
                <a:cubicBezTo>
                  <a:pt x="89091" y="22645"/>
                  <a:pt x="89851" y="22098"/>
                  <a:pt x="90550" y="21460"/>
                </a:cubicBezTo>
                <a:cubicBezTo>
                  <a:pt x="91158" y="20852"/>
                  <a:pt x="91674" y="20122"/>
                  <a:pt x="92343" y="19514"/>
                </a:cubicBezTo>
                <a:cubicBezTo>
                  <a:pt x="93741" y="18238"/>
                  <a:pt x="95292" y="17022"/>
                  <a:pt x="96355" y="15411"/>
                </a:cubicBezTo>
                <a:cubicBezTo>
                  <a:pt x="96720" y="14925"/>
                  <a:pt x="96902" y="14560"/>
                  <a:pt x="97358" y="14134"/>
                </a:cubicBezTo>
                <a:cubicBezTo>
                  <a:pt x="97784" y="13739"/>
                  <a:pt x="98149" y="13253"/>
                  <a:pt x="98544" y="12797"/>
                </a:cubicBezTo>
                <a:cubicBezTo>
                  <a:pt x="98909" y="12341"/>
                  <a:pt x="99213" y="11855"/>
                  <a:pt x="99608" y="11368"/>
                </a:cubicBezTo>
                <a:cubicBezTo>
                  <a:pt x="100155" y="10639"/>
                  <a:pt x="101006" y="10153"/>
                  <a:pt x="101614" y="9423"/>
                </a:cubicBezTo>
                <a:cubicBezTo>
                  <a:pt x="102131" y="8785"/>
                  <a:pt x="102708" y="8238"/>
                  <a:pt x="103286" y="7630"/>
                </a:cubicBezTo>
                <a:cubicBezTo>
                  <a:pt x="103772" y="7052"/>
                  <a:pt x="104076" y="6353"/>
                  <a:pt x="104562" y="5776"/>
                </a:cubicBezTo>
                <a:cubicBezTo>
                  <a:pt x="104988" y="5320"/>
                  <a:pt x="105565" y="5077"/>
                  <a:pt x="106021" y="4681"/>
                </a:cubicBezTo>
                <a:cubicBezTo>
                  <a:pt x="106356" y="4377"/>
                  <a:pt x="106538" y="3982"/>
                  <a:pt x="106842" y="3648"/>
                </a:cubicBezTo>
                <a:cubicBezTo>
                  <a:pt x="107693" y="2766"/>
                  <a:pt x="108757" y="2098"/>
                  <a:pt x="109790" y="1490"/>
                </a:cubicBezTo>
                <a:cubicBezTo>
                  <a:pt x="111006" y="791"/>
                  <a:pt x="111918" y="0"/>
                  <a:pt x="113286" y="0"/>
                </a:cubicBezTo>
                <a:cubicBezTo>
                  <a:pt x="115140" y="0"/>
                  <a:pt x="116872" y="1186"/>
                  <a:pt x="118605" y="1794"/>
                </a:cubicBezTo>
                <a:cubicBezTo>
                  <a:pt x="119608" y="2159"/>
                  <a:pt x="120733" y="2584"/>
                  <a:pt x="121705" y="3101"/>
                </a:cubicBezTo>
                <a:cubicBezTo>
                  <a:pt x="122891" y="3770"/>
                  <a:pt x="123651" y="4317"/>
                  <a:pt x="124593" y="5289"/>
                </a:cubicBezTo>
                <a:cubicBezTo>
                  <a:pt x="125231" y="5958"/>
                  <a:pt x="125991" y="6384"/>
                  <a:pt x="126660" y="6991"/>
                </a:cubicBezTo>
                <a:cubicBezTo>
                  <a:pt x="127329" y="7599"/>
                  <a:pt x="128423" y="7873"/>
                  <a:pt x="129244" y="8268"/>
                </a:cubicBezTo>
                <a:cubicBezTo>
                  <a:pt x="129912" y="8663"/>
                  <a:pt x="130642" y="9150"/>
                  <a:pt x="131250" y="9575"/>
                </a:cubicBezTo>
                <a:cubicBezTo>
                  <a:pt x="131614" y="9849"/>
                  <a:pt x="131888" y="10213"/>
                  <a:pt x="132313" y="10457"/>
                </a:cubicBezTo>
                <a:cubicBezTo>
                  <a:pt x="132921" y="10791"/>
                  <a:pt x="133377" y="10943"/>
                  <a:pt x="133864" y="11429"/>
                </a:cubicBezTo>
                <a:cubicBezTo>
                  <a:pt x="136721" y="14256"/>
                  <a:pt x="140520" y="15685"/>
                  <a:pt x="144077" y="17235"/>
                </a:cubicBezTo>
                <a:cubicBezTo>
                  <a:pt x="144624" y="17478"/>
                  <a:pt x="145414" y="17691"/>
                  <a:pt x="145870" y="17995"/>
                </a:cubicBezTo>
                <a:cubicBezTo>
                  <a:pt x="146447" y="18420"/>
                  <a:pt x="146873" y="19119"/>
                  <a:pt x="147329" y="19636"/>
                </a:cubicBezTo>
                <a:cubicBezTo>
                  <a:pt x="148028" y="20396"/>
                  <a:pt x="148484" y="21308"/>
                  <a:pt x="149153" y="22159"/>
                </a:cubicBezTo>
                <a:cubicBezTo>
                  <a:pt x="149852" y="23101"/>
                  <a:pt x="150369" y="22980"/>
                  <a:pt x="151280" y="22311"/>
                </a:cubicBezTo>
                <a:cubicBezTo>
                  <a:pt x="151645" y="22007"/>
                  <a:pt x="152131" y="21490"/>
                  <a:pt x="152587" y="21399"/>
                </a:cubicBezTo>
                <a:cubicBezTo>
                  <a:pt x="152952" y="21308"/>
                  <a:pt x="153287" y="21399"/>
                  <a:pt x="153621" y="21308"/>
                </a:cubicBezTo>
                <a:cubicBezTo>
                  <a:pt x="153955" y="21186"/>
                  <a:pt x="154046" y="21004"/>
                  <a:pt x="154472" y="21095"/>
                </a:cubicBezTo>
                <a:cubicBezTo>
                  <a:pt x="154837" y="21156"/>
                  <a:pt x="155384" y="21460"/>
                  <a:pt x="155688" y="21703"/>
                </a:cubicBezTo>
                <a:cubicBezTo>
                  <a:pt x="156660" y="22402"/>
                  <a:pt x="157512" y="23587"/>
                  <a:pt x="158271" y="24530"/>
                </a:cubicBezTo>
                <a:cubicBezTo>
                  <a:pt x="158758" y="25198"/>
                  <a:pt x="159123" y="25958"/>
                  <a:pt x="159670" y="26566"/>
                </a:cubicBezTo>
                <a:cubicBezTo>
                  <a:pt x="160186" y="27174"/>
                  <a:pt x="160885" y="27782"/>
                  <a:pt x="161311" y="28481"/>
                </a:cubicBezTo>
                <a:cubicBezTo>
                  <a:pt x="162162" y="29970"/>
                  <a:pt x="163135" y="31460"/>
                  <a:pt x="164229" y="32888"/>
                </a:cubicBezTo>
                <a:cubicBezTo>
                  <a:pt x="165262" y="34226"/>
                  <a:pt x="166357" y="35442"/>
                  <a:pt x="167329" y="36809"/>
                </a:cubicBezTo>
                <a:cubicBezTo>
                  <a:pt x="167998" y="37691"/>
                  <a:pt x="168940" y="38268"/>
                  <a:pt x="169670" y="39028"/>
                </a:cubicBezTo>
                <a:cubicBezTo>
                  <a:pt x="170308" y="39697"/>
                  <a:pt x="170642" y="40609"/>
                  <a:pt x="171220" y="41338"/>
                </a:cubicBezTo>
                <a:cubicBezTo>
                  <a:pt x="172193" y="42585"/>
                  <a:pt x="173378" y="43952"/>
                  <a:pt x="174533" y="44986"/>
                </a:cubicBezTo>
                <a:cubicBezTo>
                  <a:pt x="174989" y="45411"/>
                  <a:pt x="175384" y="45898"/>
                  <a:pt x="175901" y="46323"/>
                </a:cubicBezTo>
                <a:cubicBezTo>
                  <a:pt x="176418" y="46779"/>
                  <a:pt x="177117" y="46962"/>
                  <a:pt x="177664" y="47387"/>
                </a:cubicBezTo>
                <a:cubicBezTo>
                  <a:pt x="179123" y="48451"/>
                  <a:pt x="180369" y="49515"/>
                  <a:pt x="181980" y="50366"/>
                </a:cubicBezTo>
                <a:cubicBezTo>
                  <a:pt x="184716" y="51886"/>
                  <a:pt x="187786" y="53193"/>
                  <a:pt x="189944" y="55533"/>
                </a:cubicBezTo>
                <a:cubicBezTo>
                  <a:pt x="190856" y="56567"/>
                  <a:pt x="191707" y="57630"/>
                  <a:pt x="192558" y="58694"/>
                </a:cubicBezTo>
                <a:cubicBezTo>
                  <a:pt x="193470" y="59880"/>
                  <a:pt x="194138" y="61217"/>
                  <a:pt x="195293" y="62129"/>
                </a:cubicBezTo>
                <a:cubicBezTo>
                  <a:pt x="196053" y="62737"/>
                  <a:pt x="196661" y="63527"/>
                  <a:pt x="197482" y="64135"/>
                </a:cubicBezTo>
                <a:cubicBezTo>
                  <a:pt x="198303" y="64804"/>
                  <a:pt x="199184" y="65473"/>
                  <a:pt x="199944" y="66263"/>
                </a:cubicBezTo>
                <a:cubicBezTo>
                  <a:pt x="200977" y="67327"/>
                  <a:pt x="201950" y="68391"/>
                  <a:pt x="203044" y="69333"/>
                </a:cubicBezTo>
                <a:cubicBezTo>
                  <a:pt x="203743" y="69941"/>
                  <a:pt x="204473" y="70518"/>
                  <a:pt x="205294" y="70883"/>
                </a:cubicBezTo>
                <a:cubicBezTo>
                  <a:pt x="206540" y="71491"/>
                  <a:pt x="207239" y="72403"/>
                  <a:pt x="208303" y="73315"/>
                </a:cubicBezTo>
                <a:cubicBezTo>
                  <a:pt x="209184" y="74074"/>
                  <a:pt x="210248" y="74622"/>
                  <a:pt x="211190" y="75290"/>
                </a:cubicBezTo>
                <a:cubicBezTo>
                  <a:pt x="212406" y="76141"/>
                  <a:pt x="213622" y="76962"/>
                  <a:pt x="214868" y="77722"/>
                </a:cubicBezTo>
                <a:cubicBezTo>
                  <a:pt x="216266" y="78573"/>
                  <a:pt x="217695" y="79151"/>
                  <a:pt x="219245" y="79546"/>
                </a:cubicBezTo>
                <a:cubicBezTo>
                  <a:pt x="220339" y="79850"/>
                  <a:pt x="221343" y="80366"/>
                  <a:pt x="222346" y="80822"/>
                </a:cubicBezTo>
                <a:cubicBezTo>
                  <a:pt x="224868" y="81947"/>
                  <a:pt x="227209" y="83011"/>
                  <a:pt x="228972" y="85230"/>
                </a:cubicBezTo>
                <a:cubicBezTo>
                  <a:pt x="229428" y="85746"/>
                  <a:pt x="229884" y="86354"/>
                  <a:pt x="230248" y="86962"/>
                </a:cubicBezTo>
                <a:cubicBezTo>
                  <a:pt x="231008" y="88148"/>
                  <a:pt x="231859" y="89120"/>
                  <a:pt x="232741" y="90245"/>
                </a:cubicBezTo>
                <a:cubicBezTo>
                  <a:pt x="233501" y="91187"/>
                  <a:pt x="234808" y="92707"/>
                  <a:pt x="236024" y="93163"/>
                </a:cubicBezTo>
                <a:lnTo>
                  <a:pt x="235507" y="93163"/>
                </a:lnTo>
                <a:lnTo>
                  <a:pt x="2250" y="93163"/>
                </a:lnTo>
                <a:cubicBezTo>
                  <a:pt x="2433" y="93163"/>
                  <a:pt x="2250" y="95047"/>
                  <a:pt x="2220" y="95260"/>
                </a:cubicBezTo>
                <a:cubicBezTo>
                  <a:pt x="1065" y="93801"/>
                  <a:pt x="1" y="92312"/>
                  <a:pt x="366" y="90397"/>
                </a:cubicBezTo>
                <a:cubicBezTo>
                  <a:pt x="609" y="89029"/>
                  <a:pt x="1673" y="88421"/>
                  <a:pt x="2797" y="87722"/>
                </a:cubicBezTo>
                <a:cubicBezTo>
                  <a:pt x="4348" y="86749"/>
                  <a:pt x="5472" y="85321"/>
                  <a:pt x="6931" y="84227"/>
                </a:cubicBezTo>
                <a:cubicBezTo>
                  <a:pt x="8512" y="82980"/>
                  <a:pt x="10396" y="81977"/>
                  <a:pt x="12098" y="807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33"/>
          <p:cNvSpPr/>
          <p:nvPr/>
        </p:nvSpPr>
        <p:spPr>
          <a:xfrm>
            <a:off x="-1444375" y="1282198"/>
            <a:ext cx="2866511" cy="4131946"/>
          </a:xfrm>
          <a:custGeom>
            <a:avLst/>
            <a:gdLst/>
            <a:ahLst/>
            <a:cxnLst/>
            <a:rect l="l" t="t" r="r" b="b"/>
            <a:pathLst>
              <a:path w="236024" h="95261" extrusionOk="0">
                <a:moveTo>
                  <a:pt x="12098" y="80762"/>
                </a:moveTo>
                <a:cubicBezTo>
                  <a:pt x="14652" y="78999"/>
                  <a:pt x="17266" y="77357"/>
                  <a:pt x="19880" y="75685"/>
                </a:cubicBezTo>
                <a:cubicBezTo>
                  <a:pt x="21856" y="74439"/>
                  <a:pt x="23831" y="73254"/>
                  <a:pt x="25655" y="71795"/>
                </a:cubicBezTo>
                <a:cubicBezTo>
                  <a:pt x="26415" y="71187"/>
                  <a:pt x="27205" y="70670"/>
                  <a:pt x="27904" y="69971"/>
                </a:cubicBezTo>
                <a:cubicBezTo>
                  <a:pt x="28512" y="69363"/>
                  <a:pt x="28725" y="68755"/>
                  <a:pt x="29181" y="68117"/>
                </a:cubicBezTo>
                <a:cubicBezTo>
                  <a:pt x="29850" y="67144"/>
                  <a:pt x="30701" y="66384"/>
                  <a:pt x="31734" y="65959"/>
                </a:cubicBezTo>
                <a:cubicBezTo>
                  <a:pt x="33102" y="65412"/>
                  <a:pt x="34409" y="64773"/>
                  <a:pt x="35655" y="64105"/>
                </a:cubicBezTo>
                <a:cubicBezTo>
                  <a:pt x="36841" y="63497"/>
                  <a:pt x="37965" y="62342"/>
                  <a:pt x="38907" y="61460"/>
                </a:cubicBezTo>
                <a:cubicBezTo>
                  <a:pt x="40063" y="60457"/>
                  <a:pt x="41248" y="59302"/>
                  <a:pt x="42403" y="58360"/>
                </a:cubicBezTo>
                <a:cubicBezTo>
                  <a:pt x="43376" y="57600"/>
                  <a:pt x="44166" y="56567"/>
                  <a:pt x="45108" y="55837"/>
                </a:cubicBezTo>
                <a:cubicBezTo>
                  <a:pt x="46263" y="54986"/>
                  <a:pt x="47601" y="54439"/>
                  <a:pt x="48786" y="53557"/>
                </a:cubicBezTo>
                <a:cubicBezTo>
                  <a:pt x="50154" y="52554"/>
                  <a:pt x="51400" y="51582"/>
                  <a:pt x="52920" y="50791"/>
                </a:cubicBezTo>
                <a:cubicBezTo>
                  <a:pt x="54227" y="50153"/>
                  <a:pt x="55200" y="48968"/>
                  <a:pt x="56507" y="48299"/>
                </a:cubicBezTo>
                <a:cubicBezTo>
                  <a:pt x="57115" y="47934"/>
                  <a:pt x="57479" y="47539"/>
                  <a:pt x="58178" y="47752"/>
                </a:cubicBezTo>
                <a:cubicBezTo>
                  <a:pt x="58908" y="47995"/>
                  <a:pt x="59425" y="48664"/>
                  <a:pt x="60124" y="48846"/>
                </a:cubicBezTo>
                <a:cubicBezTo>
                  <a:pt x="60519" y="48968"/>
                  <a:pt x="61826" y="49120"/>
                  <a:pt x="62251" y="48937"/>
                </a:cubicBezTo>
                <a:cubicBezTo>
                  <a:pt x="62799" y="48664"/>
                  <a:pt x="63163" y="46962"/>
                  <a:pt x="63376" y="46354"/>
                </a:cubicBezTo>
                <a:cubicBezTo>
                  <a:pt x="63650" y="45624"/>
                  <a:pt x="63771" y="44864"/>
                  <a:pt x="63984" y="44226"/>
                </a:cubicBezTo>
                <a:cubicBezTo>
                  <a:pt x="64136" y="43800"/>
                  <a:pt x="64258" y="43466"/>
                  <a:pt x="64501" y="43041"/>
                </a:cubicBezTo>
                <a:cubicBezTo>
                  <a:pt x="64683" y="42676"/>
                  <a:pt x="64835" y="42159"/>
                  <a:pt x="65048" y="41825"/>
                </a:cubicBezTo>
                <a:cubicBezTo>
                  <a:pt x="65656" y="40791"/>
                  <a:pt x="67175" y="40123"/>
                  <a:pt x="68087" y="39363"/>
                </a:cubicBezTo>
                <a:cubicBezTo>
                  <a:pt x="68726" y="38816"/>
                  <a:pt x="69151" y="38329"/>
                  <a:pt x="69577" y="37721"/>
                </a:cubicBezTo>
                <a:cubicBezTo>
                  <a:pt x="69881" y="37235"/>
                  <a:pt x="70519" y="36779"/>
                  <a:pt x="70945" y="36384"/>
                </a:cubicBezTo>
                <a:cubicBezTo>
                  <a:pt x="72191" y="35259"/>
                  <a:pt x="73528" y="34256"/>
                  <a:pt x="74926" y="33314"/>
                </a:cubicBezTo>
                <a:cubicBezTo>
                  <a:pt x="75838" y="32706"/>
                  <a:pt x="76841" y="32341"/>
                  <a:pt x="77692" y="31673"/>
                </a:cubicBezTo>
                <a:cubicBezTo>
                  <a:pt x="78209" y="31308"/>
                  <a:pt x="78665" y="30882"/>
                  <a:pt x="79151" y="30548"/>
                </a:cubicBezTo>
                <a:cubicBezTo>
                  <a:pt x="79851" y="30092"/>
                  <a:pt x="80489" y="29545"/>
                  <a:pt x="81127" y="29059"/>
                </a:cubicBezTo>
                <a:cubicBezTo>
                  <a:pt x="82221" y="28177"/>
                  <a:pt x="83255" y="27326"/>
                  <a:pt x="84227" y="26323"/>
                </a:cubicBezTo>
                <a:cubicBezTo>
                  <a:pt x="85504" y="25077"/>
                  <a:pt x="87085" y="24378"/>
                  <a:pt x="88422" y="23253"/>
                </a:cubicBezTo>
                <a:cubicBezTo>
                  <a:pt x="89091" y="22645"/>
                  <a:pt x="89851" y="22098"/>
                  <a:pt x="90550" y="21460"/>
                </a:cubicBezTo>
                <a:cubicBezTo>
                  <a:pt x="91158" y="20852"/>
                  <a:pt x="91674" y="20122"/>
                  <a:pt x="92343" y="19514"/>
                </a:cubicBezTo>
                <a:cubicBezTo>
                  <a:pt x="93741" y="18238"/>
                  <a:pt x="95292" y="17022"/>
                  <a:pt x="96355" y="15411"/>
                </a:cubicBezTo>
                <a:cubicBezTo>
                  <a:pt x="96720" y="14925"/>
                  <a:pt x="96902" y="14560"/>
                  <a:pt x="97358" y="14134"/>
                </a:cubicBezTo>
                <a:cubicBezTo>
                  <a:pt x="97784" y="13739"/>
                  <a:pt x="98149" y="13253"/>
                  <a:pt x="98544" y="12797"/>
                </a:cubicBezTo>
                <a:cubicBezTo>
                  <a:pt x="98909" y="12341"/>
                  <a:pt x="99213" y="11855"/>
                  <a:pt x="99608" y="11368"/>
                </a:cubicBezTo>
                <a:cubicBezTo>
                  <a:pt x="100155" y="10639"/>
                  <a:pt x="101006" y="10153"/>
                  <a:pt x="101614" y="9423"/>
                </a:cubicBezTo>
                <a:cubicBezTo>
                  <a:pt x="102131" y="8785"/>
                  <a:pt x="102708" y="8238"/>
                  <a:pt x="103286" y="7630"/>
                </a:cubicBezTo>
                <a:cubicBezTo>
                  <a:pt x="103772" y="7052"/>
                  <a:pt x="104076" y="6353"/>
                  <a:pt x="104562" y="5776"/>
                </a:cubicBezTo>
                <a:cubicBezTo>
                  <a:pt x="104988" y="5320"/>
                  <a:pt x="105565" y="5077"/>
                  <a:pt x="106021" y="4681"/>
                </a:cubicBezTo>
                <a:cubicBezTo>
                  <a:pt x="106356" y="4377"/>
                  <a:pt x="106538" y="3982"/>
                  <a:pt x="106842" y="3648"/>
                </a:cubicBezTo>
                <a:cubicBezTo>
                  <a:pt x="107693" y="2766"/>
                  <a:pt x="108757" y="2098"/>
                  <a:pt x="109790" y="1490"/>
                </a:cubicBezTo>
                <a:cubicBezTo>
                  <a:pt x="111006" y="791"/>
                  <a:pt x="111918" y="0"/>
                  <a:pt x="113286" y="0"/>
                </a:cubicBezTo>
                <a:cubicBezTo>
                  <a:pt x="115140" y="0"/>
                  <a:pt x="116872" y="1186"/>
                  <a:pt x="118605" y="1794"/>
                </a:cubicBezTo>
                <a:cubicBezTo>
                  <a:pt x="119608" y="2159"/>
                  <a:pt x="120733" y="2584"/>
                  <a:pt x="121705" y="3101"/>
                </a:cubicBezTo>
                <a:cubicBezTo>
                  <a:pt x="122891" y="3770"/>
                  <a:pt x="123651" y="4317"/>
                  <a:pt x="124593" y="5289"/>
                </a:cubicBezTo>
                <a:cubicBezTo>
                  <a:pt x="125231" y="5958"/>
                  <a:pt x="125991" y="6384"/>
                  <a:pt x="126660" y="6991"/>
                </a:cubicBezTo>
                <a:cubicBezTo>
                  <a:pt x="127329" y="7599"/>
                  <a:pt x="128423" y="7873"/>
                  <a:pt x="129244" y="8268"/>
                </a:cubicBezTo>
                <a:cubicBezTo>
                  <a:pt x="129912" y="8663"/>
                  <a:pt x="130642" y="9150"/>
                  <a:pt x="131250" y="9575"/>
                </a:cubicBezTo>
                <a:cubicBezTo>
                  <a:pt x="131614" y="9849"/>
                  <a:pt x="131888" y="10213"/>
                  <a:pt x="132313" y="10457"/>
                </a:cubicBezTo>
                <a:cubicBezTo>
                  <a:pt x="132921" y="10791"/>
                  <a:pt x="133377" y="10943"/>
                  <a:pt x="133864" y="11429"/>
                </a:cubicBezTo>
                <a:cubicBezTo>
                  <a:pt x="136721" y="14256"/>
                  <a:pt x="140520" y="15685"/>
                  <a:pt x="144077" y="17235"/>
                </a:cubicBezTo>
                <a:cubicBezTo>
                  <a:pt x="144624" y="17478"/>
                  <a:pt x="145414" y="17691"/>
                  <a:pt x="145870" y="17995"/>
                </a:cubicBezTo>
                <a:cubicBezTo>
                  <a:pt x="146447" y="18420"/>
                  <a:pt x="146873" y="19119"/>
                  <a:pt x="147329" y="19636"/>
                </a:cubicBezTo>
                <a:cubicBezTo>
                  <a:pt x="148028" y="20396"/>
                  <a:pt x="148484" y="21308"/>
                  <a:pt x="149153" y="22159"/>
                </a:cubicBezTo>
                <a:cubicBezTo>
                  <a:pt x="149852" y="23101"/>
                  <a:pt x="150369" y="22980"/>
                  <a:pt x="151280" y="22311"/>
                </a:cubicBezTo>
                <a:cubicBezTo>
                  <a:pt x="151645" y="22007"/>
                  <a:pt x="152131" y="21490"/>
                  <a:pt x="152587" y="21399"/>
                </a:cubicBezTo>
                <a:cubicBezTo>
                  <a:pt x="152952" y="21308"/>
                  <a:pt x="153287" y="21399"/>
                  <a:pt x="153621" y="21308"/>
                </a:cubicBezTo>
                <a:cubicBezTo>
                  <a:pt x="153955" y="21186"/>
                  <a:pt x="154046" y="21004"/>
                  <a:pt x="154472" y="21095"/>
                </a:cubicBezTo>
                <a:cubicBezTo>
                  <a:pt x="154837" y="21156"/>
                  <a:pt x="155384" y="21460"/>
                  <a:pt x="155688" y="21703"/>
                </a:cubicBezTo>
                <a:cubicBezTo>
                  <a:pt x="156660" y="22402"/>
                  <a:pt x="157512" y="23587"/>
                  <a:pt x="158271" y="24530"/>
                </a:cubicBezTo>
                <a:cubicBezTo>
                  <a:pt x="158758" y="25198"/>
                  <a:pt x="159123" y="25958"/>
                  <a:pt x="159670" y="26566"/>
                </a:cubicBezTo>
                <a:cubicBezTo>
                  <a:pt x="160186" y="27174"/>
                  <a:pt x="160885" y="27782"/>
                  <a:pt x="161311" y="28481"/>
                </a:cubicBezTo>
                <a:cubicBezTo>
                  <a:pt x="162162" y="29970"/>
                  <a:pt x="163135" y="31460"/>
                  <a:pt x="164229" y="32888"/>
                </a:cubicBezTo>
                <a:cubicBezTo>
                  <a:pt x="165262" y="34226"/>
                  <a:pt x="166357" y="35442"/>
                  <a:pt x="167329" y="36809"/>
                </a:cubicBezTo>
                <a:cubicBezTo>
                  <a:pt x="167998" y="37691"/>
                  <a:pt x="168940" y="38268"/>
                  <a:pt x="169670" y="39028"/>
                </a:cubicBezTo>
                <a:cubicBezTo>
                  <a:pt x="170308" y="39697"/>
                  <a:pt x="170642" y="40609"/>
                  <a:pt x="171220" y="41338"/>
                </a:cubicBezTo>
                <a:cubicBezTo>
                  <a:pt x="172193" y="42585"/>
                  <a:pt x="173378" y="43952"/>
                  <a:pt x="174533" y="44986"/>
                </a:cubicBezTo>
                <a:cubicBezTo>
                  <a:pt x="174989" y="45411"/>
                  <a:pt x="175384" y="45898"/>
                  <a:pt x="175901" y="46323"/>
                </a:cubicBezTo>
                <a:cubicBezTo>
                  <a:pt x="176418" y="46779"/>
                  <a:pt x="177117" y="46962"/>
                  <a:pt x="177664" y="47387"/>
                </a:cubicBezTo>
                <a:cubicBezTo>
                  <a:pt x="179123" y="48451"/>
                  <a:pt x="180369" y="49515"/>
                  <a:pt x="181980" y="50366"/>
                </a:cubicBezTo>
                <a:cubicBezTo>
                  <a:pt x="184716" y="51886"/>
                  <a:pt x="187786" y="53193"/>
                  <a:pt x="189944" y="55533"/>
                </a:cubicBezTo>
                <a:cubicBezTo>
                  <a:pt x="190856" y="56567"/>
                  <a:pt x="191707" y="57630"/>
                  <a:pt x="192558" y="58694"/>
                </a:cubicBezTo>
                <a:cubicBezTo>
                  <a:pt x="193470" y="59880"/>
                  <a:pt x="194138" y="61217"/>
                  <a:pt x="195293" y="62129"/>
                </a:cubicBezTo>
                <a:cubicBezTo>
                  <a:pt x="196053" y="62737"/>
                  <a:pt x="196661" y="63527"/>
                  <a:pt x="197482" y="64135"/>
                </a:cubicBezTo>
                <a:cubicBezTo>
                  <a:pt x="198303" y="64804"/>
                  <a:pt x="199184" y="65473"/>
                  <a:pt x="199944" y="66263"/>
                </a:cubicBezTo>
                <a:cubicBezTo>
                  <a:pt x="200977" y="67327"/>
                  <a:pt x="201950" y="68391"/>
                  <a:pt x="203044" y="69333"/>
                </a:cubicBezTo>
                <a:cubicBezTo>
                  <a:pt x="203743" y="69941"/>
                  <a:pt x="204473" y="70518"/>
                  <a:pt x="205294" y="70883"/>
                </a:cubicBezTo>
                <a:cubicBezTo>
                  <a:pt x="206540" y="71491"/>
                  <a:pt x="207239" y="72403"/>
                  <a:pt x="208303" y="73315"/>
                </a:cubicBezTo>
                <a:cubicBezTo>
                  <a:pt x="209184" y="74074"/>
                  <a:pt x="210248" y="74622"/>
                  <a:pt x="211190" y="75290"/>
                </a:cubicBezTo>
                <a:cubicBezTo>
                  <a:pt x="212406" y="76141"/>
                  <a:pt x="213622" y="76962"/>
                  <a:pt x="214868" y="77722"/>
                </a:cubicBezTo>
                <a:cubicBezTo>
                  <a:pt x="216266" y="78573"/>
                  <a:pt x="217695" y="79151"/>
                  <a:pt x="219245" y="79546"/>
                </a:cubicBezTo>
                <a:cubicBezTo>
                  <a:pt x="220339" y="79850"/>
                  <a:pt x="221343" y="80366"/>
                  <a:pt x="222346" y="80822"/>
                </a:cubicBezTo>
                <a:cubicBezTo>
                  <a:pt x="224868" y="81947"/>
                  <a:pt x="227209" y="83011"/>
                  <a:pt x="228972" y="85230"/>
                </a:cubicBezTo>
                <a:cubicBezTo>
                  <a:pt x="229428" y="85746"/>
                  <a:pt x="229884" y="86354"/>
                  <a:pt x="230248" y="86962"/>
                </a:cubicBezTo>
                <a:cubicBezTo>
                  <a:pt x="231008" y="88148"/>
                  <a:pt x="231859" y="89120"/>
                  <a:pt x="232741" y="90245"/>
                </a:cubicBezTo>
                <a:cubicBezTo>
                  <a:pt x="233501" y="91187"/>
                  <a:pt x="234808" y="92707"/>
                  <a:pt x="236024" y="93163"/>
                </a:cubicBezTo>
                <a:lnTo>
                  <a:pt x="235507" y="93163"/>
                </a:lnTo>
                <a:lnTo>
                  <a:pt x="2250" y="93163"/>
                </a:lnTo>
                <a:cubicBezTo>
                  <a:pt x="2433" y="93163"/>
                  <a:pt x="2250" y="95047"/>
                  <a:pt x="2220" y="95260"/>
                </a:cubicBezTo>
                <a:cubicBezTo>
                  <a:pt x="1065" y="93801"/>
                  <a:pt x="1" y="92312"/>
                  <a:pt x="366" y="90397"/>
                </a:cubicBezTo>
                <a:cubicBezTo>
                  <a:pt x="609" y="89029"/>
                  <a:pt x="1673" y="88421"/>
                  <a:pt x="2797" y="87722"/>
                </a:cubicBezTo>
                <a:cubicBezTo>
                  <a:pt x="4348" y="86749"/>
                  <a:pt x="5472" y="85321"/>
                  <a:pt x="6931" y="84227"/>
                </a:cubicBezTo>
                <a:cubicBezTo>
                  <a:pt x="8512" y="82980"/>
                  <a:pt x="10396" y="81977"/>
                  <a:pt x="12098" y="807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7" name="Google Shape;177;p33"/>
          <p:cNvSpPr/>
          <p:nvPr/>
        </p:nvSpPr>
        <p:spPr>
          <a:xfrm>
            <a:off x="-3750" y="4308275"/>
            <a:ext cx="4622055" cy="1105650"/>
          </a:xfrm>
          <a:custGeom>
            <a:avLst/>
            <a:gdLst/>
            <a:ahLst/>
            <a:cxnLst/>
            <a:rect l="l" t="t" r="r" b="b"/>
            <a:pathLst>
              <a:path w="128088" h="44226" extrusionOk="0">
                <a:moveTo>
                  <a:pt x="128088" y="44226"/>
                </a:moveTo>
                <a:cubicBezTo>
                  <a:pt x="128088" y="44226"/>
                  <a:pt x="125261" y="36232"/>
                  <a:pt x="123559" y="33830"/>
                </a:cubicBezTo>
                <a:cubicBezTo>
                  <a:pt x="121857" y="31459"/>
                  <a:pt x="118422" y="29514"/>
                  <a:pt x="118422" y="29514"/>
                </a:cubicBezTo>
                <a:cubicBezTo>
                  <a:pt x="118422" y="29514"/>
                  <a:pt x="113984" y="30000"/>
                  <a:pt x="112616" y="29514"/>
                </a:cubicBezTo>
                <a:cubicBezTo>
                  <a:pt x="111218" y="29028"/>
                  <a:pt x="111218" y="25927"/>
                  <a:pt x="110337" y="25411"/>
                </a:cubicBezTo>
                <a:cubicBezTo>
                  <a:pt x="109455" y="24833"/>
                  <a:pt x="108695" y="18754"/>
                  <a:pt x="106659" y="18389"/>
                </a:cubicBezTo>
                <a:cubicBezTo>
                  <a:pt x="106385" y="20395"/>
                  <a:pt x="108300" y="22979"/>
                  <a:pt x="105899" y="24347"/>
                </a:cubicBezTo>
                <a:cubicBezTo>
                  <a:pt x="103498" y="25715"/>
                  <a:pt x="102373" y="27386"/>
                  <a:pt x="102373" y="28450"/>
                </a:cubicBezTo>
                <a:cubicBezTo>
                  <a:pt x="102373" y="29514"/>
                  <a:pt x="101218" y="31307"/>
                  <a:pt x="101218" y="31307"/>
                </a:cubicBezTo>
                <a:cubicBezTo>
                  <a:pt x="101218" y="31307"/>
                  <a:pt x="100610" y="29545"/>
                  <a:pt x="99334" y="29180"/>
                </a:cubicBezTo>
                <a:cubicBezTo>
                  <a:pt x="98026" y="28785"/>
                  <a:pt x="97449" y="29484"/>
                  <a:pt x="97449" y="29484"/>
                </a:cubicBezTo>
                <a:lnTo>
                  <a:pt x="97084" y="28359"/>
                </a:lnTo>
                <a:cubicBezTo>
                  <a:pt x="97084" y="28359"/>
                  <a:pt x="95291" y="29241"/>
                  <a:pt x="94622" y="28450"/>
                </a:cubicBezTo>
                <a:cubicBezTo>
                  <a:pt x="93923" y="27660"/>
                  <a:pt x="93315" y="26991"/>
                  <a:pt x="93315" y="26991"/>
                </a:cubicBezTo>
                <a:cubicBezTo>
                  <a:pt x="93315" y="26991"/>
                  <a:pt x="91917" y="28025"/>
                  <a:pt x="91461" y="27052"/>
                </a:cubicBezTo>
                <a:cubicBezTo>
                  <a:pt x="91035" y="26049"/>
                  <a:pt x="90732" y="23891"/>
                  <a:pt x="90154" y="23557"/>
                </a:cubicBezTo>
                <a:cubicBezTo>
                  <a:pt x="89576" y="23161"/>
                  <a:pt x="90154" y="18420"/>
                  <a:pt x="90154" y="18420"/>
                </a:cubicBezTo>
                <a:cubicBezTo>
                  <a:pt x="90154" y="18420"/>
                  <a:pt x="88634" y="21155"/>
                  <a:pt x="88482" y="23009"/>
                </a:cubicBezTo>
                <a:cubicBezTo>
                  <a:pt x="88361" y="24864"/>
                  <a:pt x="87418" y="25715"/>
                  <a:pt x="86628" y="27083"/>
                </a:cubicBezTo>
                <a:cubicBezTo>
                  <a:pt x="85838" y="28450"/>
                  <a:pt x="86324" y="29788"/>
                  <a:pt x="85747" y="31338"/>
                </a:cubicBezTo>
                <a:cubicBezTo>
                  <a:pt x="85169" y="32888"/>
                  <a:pt x="83741" y="33648"/>
                  <a:pt x="83467" y="32523"/>
                </a:cubicBezTo>
                <a:cubicBezTo>
                  <a:pt x="83254" y="31399"/>
                  <a:pt x="83892" y="30639"/>
                  <a:pt x="82494" y="30912"/>
                </a:cubicBezTo>
                <a:cubicBezTo>
                  <a:pt x="81066" y="31156"/>
                  <a:pt x="80215" y="31642"/>
                  <a:pt x="80215" y="31642"/>
                </a:cubicBezTo>
                <a:cubicBezTo>
                  <a:pt x="80215" y="31642"/>
                  <a:pt x="80762" y="30396"/>
                  <a:pt x="79607" y="29484"/>
                </a:cubicBezTo>
                <a:cubicBezTo>
                  <a:pt x="78421" y="28572"/>
                  <a:pt x="78604" y="30031"/>
                  <a:pt x="77570" y="28359"/>
                </a:cubicBezTo>
                <a:cubicBezTo>
                  <a:pt x="76506" y="26687"/>
                  <a:pt x="74774" y="28602"/>
                  <a:pt x="73710" y="27538"/>
                </a:cubicBezTo>
                <a:cubicBezTo>
                  <a:pt x="72646" y="26475"/>
                  <a:pt x="72099" y="24651"/>
                  <a:pt x="72099" y="24651"/>
                </a:cubicBezTo>
                <a:cubicBezTo>
                  <a:pt x="72099" y="24651"/>
                  <a:pt x="72099" y="22706"/>
                  <a:pt x="71704" y="21733"/>
                </a:cubicBezTo>
                <a:cubicBezTo>
                  <a:pt x="71278" y="20730"/>
                  <a:pt x="70093" y="21003"/>
                  <a:pt x="70093" y="21003"/>
                </a:cubicBezTo>
                <a:cubicBezTo>
                  <a:pt x="70093" y="21003"/>
                  <a:pt x="70002" y="18906"/>
                  <a:pt x="68725" y="17417"/>
                </a:cubicBezTo>
                <a:cubicBezTo>
                  <a:pt x="67509" y="15958"/>
                  <a:pt x="68056" y="15259"/>
                  <a:pt x="67661" y="14438"/>
                </a:cubicBezTo>
                <a:cubicBezTo>
                  <a:pt x="67296" y="13556"/>
                  <a:pt x="66263" y="12949"/>
                  <a:pt x="66081" y="13435"/>
                </a:cubicBezTo>
                <a:cubicBezTo>
                  <a:pt x="65898" y="13921"/>
                  <a:pt x="65837" y="16262"/>
                  <a:pt x="64713" y="17417"/>
                </a:cubicBezTo>
                <a:cubicBezTo>
                  <a:pt x="63619" y="18602"/>
                  <a:pt x="62555" y="16505"/>
                  <a:pt x="61643" y="18025"/>
                </a:cubicBezTo>
                <a:cubicBezTo>
                  <a:pt x="60731" y="19544"/>
                  <a:pt x="59910" y="20608"/>
                  <a:pt x="59910" y="20608"/>
                </a:cubicBezTo>
                <a:cubicBezTo>
                  <a:pt x="59910" y="20608"/>
                  <a:pt x="57448" y="19636"/>
                  <a:pt x="57023" y="18936"/>
                </a:cubicBezTo>
                <a:cubicBezTo>
                  <a:pt x="56628" y="18268"/>
                  <a:pt x="56658" y="17265"/>
                  <a:pt x="56111" y="16961"/>
                </a:cubicBezTo>
                <a:cubicBezTo>
                  <a:pt x="55564" y="16657"/>
                  <a:pt x="55199" y="11702"/>
                  <a:pt x="54530" y="11429"/>
                </a:cubicBezTo>
                <a:cubicBezTo>
                  <a:pt x="53831" y="11186"/>
                  <a:pt x="54530" y="12979"/>
                  <a:pt x="54135" y="13404"/>
                </a:cubicBezTo>
                <a:cubicBezTo>
                  <a:pt x="53770" y="13830"/>
                  <a:pt x="51187" y="13131"/>
                  <a:pt x="51248" y="15897"/>
                </a:cubicBezTo>
                <a:cubicBezTo>
                  <a:pt x="51339" y="18693"/>
                  <a:pt x="49545" y="14377"/>
                  <a:pt x="49545" y="14377"/>
                </a:cubicBezTo>
                <a:lnTo>
                  <a:pt x="48481" y="12097"/>
                </a:lnTo>
                <a:cubicBezTo>
                  <a:pt x="48481" y="12097"/>
                  <a:pt x="47752" y="6717"/>
                  <a:pt x="47266" y="7508"/>
                </a:cubicBezTo>
                <a:cubicBezTo>
                  <a:pt x="46779" y="8298"/>
                  <a:pt x="46597" y="11611"/>
                  <a:pt x="46597" y="11611"/>
                </a:cubicBezTo>
                <a:cubicBezTo>
                  <a:pt x="46597" y="11611"/>
                  <a:pt x="45290" y="12341"/>
                  <a:pt x="45077" y="14134"/>
                </a:cubicBezTo>
                <a:cubicBezTo>
                  <a:pt x="44834" y="15897"/>
                  <a:pt x="44652" y="17204"/>
                  <a:pt x="44469" y="17417"/>
                </a:cubicBezTo>
                <a:cubicBezTo>
                  <a:pt x="44256" y="17660"/>
                  <a:pt x="43557" y="16262"/>
                  <a:pt x="43101" y="16049"/>
                </a:cubicBezTo>
                <a:cubicBezTo>
                  <a:pt x="42676" y="15867"/>
                  <a:pt x="42524" y="8511"/>
                  <a:pt x="42190" y="8511"/>
                </a:cubicBezTo>
                <a:cubicBezTo>
                  <a:pt x="41794" y="8511"/>
                  <a:pt x="41065" y="10790"/>
                  <a:pt x="41065" y="11277"/>
                </a:cubicBezTo>
                <a:cubicBezTo>
                  <a:pt x="41065" y="11763"/>
                  <a:pt x="40883" y="14529"/>
                  <a:pt x="40092" y="14590"/>
                </a:cubicBezTo>
                <a:cubicBezTo>
                  <a:pt x="39302" y="14620"/>
                  <a:pt x="38390" y="14347"/>
                  <a:pt x="37934" y="14772"/>
                </a:cubicBezTo>
                <a:cubicBezTo>
                  <a:pt x="37478" y="15198"/>
                  <a:pt x="36414" y="10031"/>
                  <a:pt x="35594" y="11459"/>
                </a:cubicBezTo>
                <a:cubicBezTo>
                  <a:pt x="34803" y="12857"/>
                  <a:pt x="34621" y="13465"/>
                  <a:pt x="34621" y="13465"/>
                </a:cubicBezTo>
                <a:lnTo>
                  <a:pt x="33405" y="11459"/>
                </a:lnTo>
                <a:cubicBezTo>
                  <a:pt x="33405" y="11459"/>
                  <a:pt x="32615" y="3982"/>
                  <a:pt x="31733" y="4407"/>
                </a:cubicBezTo>
                <a:cubicBezTo>
                  <a:pt x="30852" y="4803"/>
                  <a:pt x="31004" y="7295"/>
                  <a:pt x="31004" y="7538"/>
                </a:cubicBezTo>
                <a:cubicBezTo>
                  <a:pt x="31004" y="7781"/>
                  <a:pt x="31430" y="8541"/>
                  <a:pt x="30518" y="9635"/>
                </a:cubicBezTo>
                <a:cubicBezTo>
                  <a:pt x="29606" y="10730"/>
                  <a:pt x="29423" y="11946"/>
                  <a:pt x="29332" y="12401"/>
                </a:cubicBezTo>
                <a:cubicBezTo>
                  <a:pt x="29271" y="12827"/>
                  <a:pt x="28663" y="13708"/>
                  <a:pt x="28663" y="13708"/>
                </a:cubicBezTo>
                <a:lnTo>
                  <a:pt x="27235" y="10547"/>
                </a:lnTo>
                <a:cubicBezTo>
                  <a:pt x="27235" y="10547"/>
                  <a:pt x="26171" y="6110"/>
                  <a:pt x="26080" y="5866"/>
                </a:cubicBezTo>
                <a:cubicBezTo>
                  <a:pt x="25958" y="5654"/>
                  <a:pt x="25077" y="5684"/>
                  <a:pt x="25350" y="7964"/>
                </a:cubicBezTo>
                <a:cubicBezTo>
                  <a:pt x="25563" y="10243"/>
                  <a:pt x="25411" y="11277"/>
                  <a:pt x="24864" y="11642"/>
                </a:cubicBezTo>
                <a:cubicBezTo>
                  <a:pt x="24287" y="12037"/>
                  <a:pt x="22341" y="9787"/>
                  <a:pt x="22341" y="9787"/>
                </a:cubicBezTo>
                <a:lnTo>
                  <a:pt x="21065" y="7477"/>
                </a:lnTo>
                <a:cubicBezTo>
                  <a:pt x="21065" y="7477"/>
                  <a:pt x="20153" y="7538"/>
                  <a:pt x="20244" y="9757"/>
                </a:cubicBezTo>
                <a:cubicBezTo>
                  <a:pt x="20365" y="11946"/>
                  <a:pt x="19940" y="13253"/>
                  <a:pt x="19849" y="13617"/>
                </a:cubicBezTo>
                <a:cubicBezTo>
                  <a:pt x="19727" y="14012"/>
                  <a:pt x="18116" y="9058"/>
                  <a:pt x="18116" y="8876"/>
                </a:cubicBezTo>
                <a:cubicBezTo>
                  <a:pt x="18116" y="8693"/>
                  <a:pt x="16596" y="6717"/>
                  <a:pt x="16444" y="6414"/>
                </a:cubicBezTo>
                <a:cubicBezTo>
                  <a:pt x="16353" y="6110"/>
                  <a:pt x="17356" y="243"/>
                  <a:pt x="16140" y="1003"/>
                </a:cubicBezTo>
                <a:cubicBezTo>
                  <a:pt x="14925" y="1733"/>
                  <a:pt x="14925" y="4195"/>
                  <a:pt x="15046" y="4772"/>
                </a:cubicBezTo>
                <a:cubicBezTo>
                  <a:pt x="15168" y="5350"/>
                  <a:pt x="15624" y="8389"/>
                  <a:pt x="14621" y="8876"/>
                </a:cubicBezTo>
                <a:cubicBezTo>
                  <a:pt x="13648" y="9362"/>
                  <a:pt x="13162" y="10395"/>
                  <a:pt x="13101" y="10882"/>
                </a:cubicBezTo>
                <a:cubicBezTo>
                  <a:pt x="13070" y="11398"/>
                  <a:pt x="11885" y="7629"/>
                  <a:pt x="11885" y="7629"/>
                </a:cubicBezTo>
                <a:cubicBezTo>
                  <a:pt x="11885" y="7629"/>
                  <a:pt x="9909" y="7629"/>
                  <a:pt x="9423" y="6748"/>
                </a:cubicBezTo>
                <a:cubicBezTo>
                  <a:pt x="8937" y="5866"/>
                  <a:pt x="8329" y="3070"/>
                  <a:pt x="8329" y="3070"/>
                </a:cubicBezTo>
                <a:cubicBezTo>
                  <a:pt x="8329" y="3070"/>
                  <a:pt x="7903" y="0"/>
                  <a:pt x="7265" y="1702"/>
                </a:cubicBezTo>
                <a:cubicBezTo>
                  <a:pt x="6627" y="3404"/>
                  <a:pt x="7326" y="4863"/>
                  <a:pt x="6839" y="5654"/>
                </a:cubicBezTo>
                <a:cubicBezTo>
                  <a:pt x="6353" y="6444"/>
                  <a:pt x="5137" y="6383"/>
                  <a:pt x="5137" y="6383"/>
                </a:cubicBezTo>
                <a:lnTo>
                  <a:pt x="3617" y="4286"/>
                </a:lnTo>
                <a:lnTo>
                  <a:pt x="0" y="608"/>
                </a:lnTo>
                <a:lnTo>
                  <a:pt x="0" y="4422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33"/>
          <p:cNvSpPr/>
          <p:nvPr/>
        </p:nvSpPr>
        <p:spPr>
          <a:xfrm>
            <a:off x="4052350" y="4042775"/>
            <a:ext cx="641985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9" name="Google Shape;179;p33"/>
          <p:cNvSpPr/>
          <p:nvPr/>
        </p:nvSpPr>
        <p:spPr>
          <a:xfrm>
            <a:off x="-348802" y="2084026"/>
            <a:ext cx="1252230" cy="316124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0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4"/>
          <p:cNvSpPr txBox="1"/>
          <p:nvPr>
            <p:ph type="title"/>
          </p:nvPr>
        </p:nvSpPr>
        <p:spPr>
          <a:xfrm>
            <a:off x="713225" y="604888"/>
            <a:ext cx="4831800" cy="106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63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2" name="Google Shape;182;p34"/>
          <p:cNvSpPr txBox="1"/>
          <p:nvPr>
            <p:ph type="subTitle" idx="1"/>
          </p:nvPr>
        </p:nvSpPr>
        <p:spPr>
          <a:xfrm>
            <a:off x="713225" y="1533163"/>
            <a:ext cx="2987700" cy="106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183" name="Google Shape;183;p34"/>
          <p:cNvSpPr txBox="1"/>
          <p:nvPr/>
        </p:nvSpPr>
        <p:spPr>
          <a:xfrm>
            <a:off x="713225" y="3367688"/>
            <a:ext cx="3971400" cy="6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-GB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/>
              </a:rPr>
              <a:t>Slidesgo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-GB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/>
              </a:rPr>
              <a:t>Flaticon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infographics &amp; images by </a:t>
            </a:r>
            <a:r>
              <a:rPr lang="en-GB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/>
              </a:rPr>
              <a:t>Freepik</a:t>
            </a:r>
            <a:r>
              <a:rPr lang="en-GB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4" name="Google Shape;184;p34"/>
          <p:cNvSpPr/>
          <p:nvPr/>
        </p:nvSpPr>
        <p:spPr>
          <a:xfrm>
            <a:off x="6422483" y="346174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5"/>
          <p:cNvSpPr/>
          <p:nvPr/>
        </p:nvSpPr>
        <p:spPr>
          <a:xfrm flipH="1">
            <a:off x="412462" y="1296354"/>
            <a:ext cx="3721783" cy="6641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35"/>
          <p:cNvSpPr/>
          <p:nvPr/>
        </p:nvSpPr>
        <p:spPr>
          <a:xfrm flipH="1">
            <a:off x="2" y="1556425"/>
            <a:ext cx="4624538" cy="3921753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8" name="Google Shape;188;p35"/>
          <p:cNvSpPr/>
          <p:nvPr/>
        </p:nvSpPr>
        <p:spPr>
          <a:xfrm flipH="1">
            <a:off x="-200925" y="3134500"/>
            <a:ext cx="7387700" cy="2695154"/>
          </a:xfrm>
          <a:custGeom>
            <a:avLst/>
            <a:gdLst/>
            <a:ahLst/>
            <a:cxnLst/>
            <a:rect l="l" t="t" r="r" b="b"/>
            <a:pathLst>
              <a:path w="295508" h="77844" extrusionOk="0">
                <a:moveTo>
                  <a:pt x="1" y="65989"/>
                </a:moveTo>
                <a:cubicBezTo>
                  <a:pt x="1" y="65989"/>
                  <a:pt x="62738" y="47630"/>
                  <a:pt x="63102" y="47357"/>
                </a:cubicBezTo>
                <a:cubicBezTo>
                  <a:pt x="63498" y="47113"/>
                  <a:pt x="66902" y="47478"/>
                  <a:pt x="68057" y="47357"/>
                </a:cubicBezTo>
                <a:cubicBezTo>
                  <a:pt x="69182" y="47265"/>
                  <a:pt x="78422" y="42797"/>
                  <a:pt x="78939" y="42554"/>
                </a:cubicBezTo>
                <a:cubicBezTo>
                  <a:pt x="79455" y="42280"/>
                  <a:pt x="82373" y="42645"/>
                  <a:pt x="84653" y="44439"/>
                </a:cubicBezTo>
                <a:cubicBezTo>
                  <a:pt x="86933" y="46232"/>
                  <a:pt x="87814" y="43679"/>
                  <a:pt x="88179" y="44074"/>
                </a:cubicBezTo>
                <a:cubicBezTo>
                  <a:pt x="88574" y="44439"/>
                  <a:pt x="92100" y="48360"/>
                  <a:pt x="92373" y="47873"/>
                </a:cubicBezTo>
                <a:cubicBezTo>
                  <a:pt x="92617" y="47357"/>
                  <a:pt x="94380" y="48116"/>
                  <a:pt x="95140" y="47873"/>
                </a:cubicBezTo>
                <a:cubicBezTo>
                  <a:pt x="95899" y="47600"/>
                  <a:pt x="101340" y="44317"/>
                  <a:pt x="104137" y="42919"/>
                </a:cubicBezTo>
                <a:cubicBezTo>
                  <a:pt x="106903" y="41521"/>
                  <a:pt x="109182" y="42037"/>
                  <a:pt x="114289" y="41399"/>
                </a:cubicBezTo>
                <a:cubicBezTo>
                  <a:pt x="119334" y="40761"/>
                  <a:pt x="126812" y="38238"/>
                  <a:pt x="128088" y="37873"/>
                </a:cubicBezTo>
                <a:cubicBezTo>
                  <a:pt x="129335" y="37478"/>
                  <a:pt x="133894" y="39666"/>
                  <a:pt x="137754" y="40274"/>
                </a:cubicBezTo>
                <a:cubicBezTo>
                  <a:pt x="141615" y="40913"/>
                  <a:pt x="143043" y="39119"/>
                  <a:pt x="144958" y="39241"/>
                </a:cubicBezTo>
                <a:cubicBezTo>
                  <a:pt x="149122" y="39514"/>
                  <a:pt x="154442" y="37721"/>
                  <a:pt x="155901" y="37235"/>
                </a:cubicBezTo>
                <a:cubicBezTo>
                  <a:pt x="157329" y="36718"/>
                  <a:pt x="171949" y="32919"/>
                  <a:pt x="171949" y="32919"/>
                </a:cubicBezTo>
                <a:lnTo>
                  <a:pt x="213196" y="8602"/>
                </a:lnTo>
                <a:lnTo>
                  <a:pt x="221798" y="1064"/>
                </a:lnTo>
                <a:cubicBezTo>
                  <a:pt x="221798" y="1064"/>
                  <a:pt x="229914" y="3040"/>
                  <a:pt x="233714" y="1520"/>
                </a:cubicBezTo>
                <a:cubicBezTo>
                  <a:pt x="237513" y="0"/>
                  <a:pt x="243075" y="2766"/>
                  <a:pt x="243075" y="2766"/>
                </a:cubicBezTo>
                <a:cubicBezTo>
                  <a:pt x="243075" y="2766"/>
                  <a:pt x="254231" y="5532"/>
                  <a:pt x="259033" y="7052"/>
                </a:cubicBezTo>
                <a:cubicBezTo>
                  <a:pt x="263866" y="8572"/>
                  <a:pt x="271708" y="15137"/>
                  <a:pt x="271708" y="15137"/>
                </a:cubicBezTo>
                <a:lnTo>
                  <a:pt x="281830" y="20092"/>
                </a:lnTo>
                <a:lnTo>
                  <a:pt x="295508" y="20092"/>
                </a:lnTo>
                <a:lnTo>
                  <a:pt x="295508" y="77843"/>
                </a:lnTo>
                <a:lnTo>
                  <a:pt x="1" y="778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9" name="Google Shape;189;p35"/>
          <p:cNvSpPr/>
          <p:nvPr/>
        </p:nvSpPr>
        <p:spPr>
          <a:xfrm flipH="1">
            <a:off x="-705403" y="42363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0" name="Google Shape;190;p35"/>
          <p:cNvSpPr/>
          <p:nvPr/>
        </p:nvSpPr>
        <p:spPr>
          <a:xfrm>
            <a:off x="-553003" y="42363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1" name="Google Shape;191;p35"/>
          <p:cNvSpPr/>
          <p:nvPr/>
        </p:nvSpPr>
        <p:spPr>
          <a:xfrm flipH="1">
            <a:off x="732359" y="364077"/>
            <a:ext cx="1209790" cy="4978261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&lt;</a:t>
            </a:r>
            <a:endParaRPr lang="en-GB"/>
          </a:p>
        </p:txBody>
      </p:sp>
      <p:sp>
        <p:nvSpPr>
          <p:cNvPr id="192" name="Google Shape;192;p35"/>
          <p:cNvSpPr/>
          <p:nvPr/>
        </p:nvSpPr>
        <p:spPr>
          <a:xfrm>
            <a:off x="7326413" y="2099377"/>
            <a:ext cx="1010987" cy="3098357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3" name="Google Shape;193;p35"/>
          <p:cNvSpPr/>
          <p:nvPr/>
        </p:nvSpPr>
        <p:spPr>
          <a:xfrm>
            <a:off x="6886037" y="186954"/>
            <a:ext cx="3721783" cy="6641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1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/>
          <p:nvPr/>
        </p:nvSpPr>
        <p:spPr>
          <a:xfrm flipH="1">
            <a:off x="-1166041" y="1236275"/>
            <a:ext cx="4471064" cy="4318028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36"/>
          <p:cNvSpPr/>
          <p:nvPr/>
        </p:nvSpPr>
        <p:spPr>
          <a:xfrm flipH="1">
            <a:off x="-96288" y="1790125"/>
            <a:ext cx="5380213" cy="4408989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36"/>
          <p:cNvSpPr/>
          <p:nvPr/>
        </p:nvSpPr>
        <p:spPr>
          <a:xfrm flipH="1">
            <a:off x="3574725" y="2534525"/>
            <a:ext cx="6899449" cy="2760895"/>
          </a:xfrm>
          <a:custGeom>
            <a:avLst/>
            <a:gdLst/>
            <a:ahLst/>
            <a:cxnLst/>
            <a:rect l="l" t="t" r="r" b="b"/>
            <a:pathLst>
              <a:path w="240127" h="79668" extrusionOk="0">
                <a:moveTo>
                  <a:pt x="240127" y="66111"/>
                </a:moveTo>
                <a:cubicBezTo>
                  <a:pt x="240127" y="66111"/>
                  <a:pt x="203348" y="53558"/>
                  <a:pt x="198181" y="51734"/>
                </a:cubicBezTo>
                <a:cubicBezTo>
                  <a:pt x="193013" y="49910"/>
                  <a:pt x="176144" y="39028"/>
                  <a:pt x="172527" y="37509"/>
                </a:cubicBezTo>
                <a:cubicBezTo>
                  <a:pt x="168909" y="35989"/>
                  <a:pt x="158970" y="35989"/>
                  <a:pt x="158970" y="35989"/>
                </a:cubicBezTo>
                <a:lnTo>
                  <a:pt x="154684" y="32433"/>
                </a:lnTo>
                <a:lnTo>
                  <a:pt x="146417" y="30427"/>
                </a:lnTo>
                <a:lnTo>
                  <a:pt x="143164" y="29180"/>
                </a:lnTo>
                <a:lnTo>
                  <a:pt x="134866" y="21308"/>
                </a:lnTo>
                <a:cubicBezTo>
                  <a:pt x="134866" y="21308"/>
                  <a:pt x="126811" y="20822"/>
                  <a:pt x="122039" y="19788"/>
                </a:cubicBezTo>
                <a:cubicBezTo>
                  <a:pt x="117267" y="18755"/>
                  <a:pt x="108908" y="17235"/>
                  <a:pt x="108908" y="17235"/>
                </a:cubicBezTo>
                <a:lnTo>
                  <a:pt x="91674" y="9393"/>
                </a:lnTo>
                <a:lnTo>
                  <a:pt x="70883" y="1520"/>
                </a:lnTo>
                <a:lnTo>
                  <a:pt x="56202" y="1"/>
                </a:lnTo>
                <a:lnTo>
                  <a:pt x="50366" y="5593"/>
                </a:lnTo>
                <a:cubicBezTo>
                  <a:pt x="50366" y="5593"/>
                  <a:pt x="46324" y="17995"/>
                  <a:pt x="42767" y="20031"/>
                </a:cubicBezTo>
                <a:cubicBezTo>
                  <a:pt x="39241" y="22037"/>
                  <a:pt x="30609" y="26475"/>
                  <a:pt x="30609" y="26475"/>
                </a:cubicBezTo>
                <a:lnTo>
                  <a:pt x="21217" y="33041"/>
                </a:lnTo>
                <a:lnTo>
                  <a:pt x="13405" y="33041"/>
                </a:lnTo>
                <a:lnTo>
                  <a:pt x="1" y="45807"/>
                </a:lnTo>
                <a:lnTo>
                  <a:pt x="1" y="79667"/>
                </a:lnTo>
                <a:lnTo>
                  <a:pt x="240127" y="79667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p36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9" name="Google Shape;199;p36"/>
          <p:cNvSpPr/>
          <p:nvPr/>
        </p:nvSpPr>
        <p:spPr>
          <a:xfrm>
            <a:off x="5025848" y="1814663"/>
            <a:ext cx="1252230" cy="316124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36"/>
          <p:cNvSpPr/>
          <p:nvPr/>
        </p:nvSpPr>
        <p:spPr>
          <a:xfrm>
            <a:off x="6364250" y="1514349"/>
            <a:ext cx="1429927" cy="3810880"/>
          </a:xfrm>
          <a:custGeom>
            <a:avLst/>
            <a:gdLst/>
            <a:ahLst/>
            <a:cxnLst/>
            <a:rect l="l" t="t" r="r" b="b"/>
            <a:pathLst>
              <a:path w="6121" h="16313" extrusionOk="0">
                <a:moveTo>
                  <a:pt x="0" y="12383"/>
                </a:moveTo>
                <a:cubicBezTo>
                  <a:pt x="417" y="12395"/>
                  <a:pt x="417" y="12300"/>
                  <a:pt x="667" y="12061"/>
                </a:cubicBezTo>
                <a:cubicBezTo>
                  <a:pt x="477" y="12073"/>
                  <a:pt x="465" y="11680"/>
                  <a:pt x="310" y="11609"/>
                </a:cubicBezTo>
                <a:cubicBezTo>
                  <a:pt x="834" y="11621"/>
                  <a:pt x="1203" y="11954"/>
                  <a:pt x="1572" y="11704"/>
                </a:cubicBezTo>
                <a:cubicBezTo>
                  <a:pt x="1393" y="11704"/>
                  <a:pt x="905" y="11383"/>
                  <a:pt x="905" y="11383"/>
                </a:cubicBezTo>
                <a:cubicBezTo>
                  <a:pt x="1501" y="11347"/>
                  <a:pt x="1715" y="11538"/>
                  <a:pt x="1977" y="11264"/>
                </a:cubicBezTo>
                <a:cubicBezTo>
                  <a:pt x="1965" y="11264"/>
                  <a:pt x="1965" y="11180"/>
                  <a:pt x="1786" y="11180"/>
                </a:cubicBezTo>
                <a:cubicBezTo>
                  <a:pt x="1905" y="11109"/>
                  <a:pt x="2048" y="11073"/>
                  <a:pt x="2096" y="10954"/>
                </a:cubicBezTo>
                <a:cubicBezTo>
                  <a:pt x="1774" y="11264"/>
                  <a:pt x="1155" y="11049"/>
                  <a:pt x="786" y="10942"/>
                </a:cubicBezTo>
                <a:cubicBezTo>
                  <a:pt x="1001" y="10942"/>
                  <a:pt x="1179" y="10942"/>
                  <a:pt x="1370" y="10883"/>
                </a:cubicBezTo>
                <a:cubicBezTo>
                  <a:pt x="1143" y="10871"/>
                  <a:pt x="893" y="10895"/>
                  <a:pt x="667" y="10835"/>
                </a:cubicBezTo>
                <a:cubicBezTo>
                  <a:pt x="512" y="10788"/>
                  <a:pt x="358" y="10704"/>
                  <a:pt x="227" y="10633"/>
                </a:cubicBezTo>
                <a:cubicBezTo>
                  <a:pt x="560" y="10764"/>
                  <a:pt x="1143" y="10597"/>
                  <a:pt x="1453" y="10526"/>
                </a:cubicBezTo>
                <a:cubicBezTo>
                  <a:pt x="1370" y="10526"/>
                  <a:pt x="1262" y="10526"/>
                  <a:pt x="1191" y="10514"/>
                </a:cubicBezTo>
                <a:cubicBezTo>
                  <a:pt x="1370" y="10430"/>
                  <a:pt x="1548" y="10407"/>
                  <a:pt x="1715" y="10299"/>
                </a:cubicBezTo>
                <a:cubicBezTo>
                  <a:pt x="1489" y="10299"/>
                  <a:pt x="1203" y="10252"/>
                  <a:pt x="1036" y="10156"/>
                </a:cubicBezTo>
                <a:cubicBezTo>
                  <a:pt x="1370" y="10252"/>
                  <a:pt x="1798" y="10156"/>
                  <a:pt x="2132" y="10049"/>
                </a:cubicBezTo>
                <a:cubicBezTo>
                  <a:pt x="1965" y="10061"/>
                  <a:pt x="1715" y="10109"/>
                  <a:pt x="1596" y="10014"/>
                </a:cubicBezTo>
                <a:cubicBezTo>
                  <a:pt x="1917" y="10014"/>
                  <a:pt x="2096" y="9871"/>
                  <a:pt x="2382" y="9787"/>
                </a:cubicBezTo>
                <a:cubicBezTo>
                  <a:pt x="2167" y="9811"/>
                  <a:pt x="1977" y="9847"/>
                  <a:pt x="1751" y="9835"/>
                </a:cubicBezTo>
                <a:cubicBezTo>
                  <a:pt x="1905" y="9787"/>
                  <a:pt x="2227" y="9692"/>
                  <a:pt x="2227" y="9549"/>
                </a:cubicBezTo>
                <a:cubicBezTo>
                  <a:pt x="2013" y="9609"/>
                  <a:pt x="1822" y="9704"/>
                  <a:pt x="1560" y="9728"/>
                </a:cubicBezTo>
                <a:cubicBezTo>
                  <a:pt x="1310" y="9764"/>
                  <a:pt x="1143" y="9692"/>
                  <a:pt x="929" y="9680"/>
                </a:cubicBezTo>
                <a:cubicBezTo>
                  <a:pt x="1120" y="9561"/>
                  <a:pt x="1489" y="9561"/>
                  <a:pt x="1667" y="9418"/>
                </a:cubicBezTo>
                <a:cubicBezTo>
                  <a:pt x="1358" y="9537"/>
                  <a:pt x="965" y="9490"/>
                  <a:pt x="703" y="9359"/>
                </a:cubicBezTo>
                <a:cubicBezTo>
                  <a:pt x="822" y="9347"/>
                  <a:pt x="953" y="9347"/>
                  <a:pt x="1060" y="9323"/>
                </a:cubicBezTo>
                <a:cubicBezTo>
                  <a:pt x="608" y="9287"/>
                  <a:pt x="298" y="9168"/>
                  <a:pt x="167" y="8906"/>
                </a:cubicBezTo>
                <a:cubicBezTo>
                  <a:pt x="393" y="9085"/>
                  <a:pt x="953" y="9061"/>
                  <a:pt x="1262" y="9025"/>
                </a:cubicBezTo>
                <a:cubicBezTo>
                  <a:pt x="1108" y="9002"/>
                  <a:pt x="941" y="8918"/>
                  <a:pt x="810" y="8835"/>
                </a:cubicBezTo>
                <a:cubicBezTo>
                  <a:pt x="1072" y="8942"/>
                  <a:pt x="1774" y="9025"/>
                  <a:pt x="1977" y="8799"/>
                </a:cubicBezTo>
                <a:cubicBezTo>
                  <a:pt x="1882" y="8799"/>
                  <a:pt x="1774" y="8787"/>
                  <a:pt x="1667" y="8752"/>
                </a:cubicBezTo>
                <a:cubicBezTo>
                  <a:pt x="1977" y="8752"/>
                  <a:pt x="2263" y="8632"/>
                  <a:pt x="2441" y="8466"/>
                </a:cubicBezTo>
                <a:cubicBezTo>
                  <a:pt x="2215" y="8561"/>
                  <a:pt x="1965" y="8573"/>
                  <a:pt x="1715" y="8585"/>
                </a:cubicBezTo>
                <a:cubicBezTo>
                  <a:pt x="1882" y="8490"/>
                  <a:pt x="2084" y="8394"/>
                  <a:pt x="2274" y="8323"/>
                </a:cubicBezTo>
                <a:cubicBezTo>
                  <a:pt x="1834" y="8406"/>
                  <a:pt x="1548" y="8502"/>
                  <a:pt x="1084" y="8394"/>
                </a:cubicBezTo>
                <a:cubicBezTo>
                  <a:pt x="1310" y="8347"/>
                  <a:pt x="1524" y="8311"/>
                  <a:pt x="1679" y="8204"/>
                </a:cubicBezTo>
                <a:cubicBezTo>
                  <a:pt x="1417" y="8204"/>
                  <a:pt x="1227" y="8085"/>
                  <a:pt x="1072" y="7966"/>
                </a:cubicBezTo>
                <a:cubicBezTo>
                  <a:pt x="1251" y="8049"/>
                  <a:pt x="1524" y="8073"/>
                  <a:pt x="1739" y="8037"/>
                </a:cubicBezTo>
                <a:cubicBezTo>
                  <a:pt x="1965" y="8013"/>
                  <a:pt x="2084" y="7918"/>
                  <a:pt x="2310" y="7859"/>
                </a:cubicBezTo>
                <a:lnTo>
                  <a:pt x="1893" y="7859"/>
                </a:lnTo>
                <a:cubicBezTo>
                  <a:pt x="2096" y="7835"/>
                  <a:pt x="2334" y="7775"/>
                  <a:pt x="2453" y="7668"/>
                </a:cubicBezTo>
                <a:cubicBezTo>
                  <a:pt x="2334" y="7668"/>
                  <a:pt x="2203" y="7668"/>
                  <a:pt x="2084" y="7632"/>
                </a:cubicBezTo>
                <a:cubicBezTo>
                  <a:pt x="2310" y="7632"/>
                  <a:pt x="2501" y="7454"/>
                  <a:pt x="2679" y="7263"/>
                </a:cubicBezTo>
                <a:lnTo>
                  <a:pt x="2679" y="7204"/>
                </a:lnTo>
                <a:cubicBezTo>
                  <a:pt x="2536" y="7359"/>
                  <a:pt x="2382" y="7382"/>
                  <a:pt x="2203" y="7454"/>
                </a:cubicBezTo>
                <a:cubicBezTo>
                  <a:pt x="1786" y="7620"/>
                  <a:pt x="1501" y="7454"/>
                  <a:pt x="1501" y="7454"/>
                </a:cubicBezTo>
                <a:cubicBezTo>
                  <a:pt x="1501" y="7454"/>
                  <a:pt x="1786" y="7263"/>
                  <a:pt x="1846" y="7132"/>
                </a:cubicBezTo>
                <a:cubicBezTo>
                  <a:pt x="1643" y="7097"/>
                  <a:pt x="1584" y="7180"/>
                  <a:pt x="1405" y="7061"/>
                </a:cubicBezTo>
                <a:cubicBezTo>
                  <a:pt x="1548" y="7073"/>
                  <a:pt x="1727" y="7001"/>
                  <a:pt x="1858" y="6942"/>
                </a:cubicBezTo>
                <a:cubicBezTo>
                  <a:pt x="1643" y="6882"/>
                  <a:pt x="1417" y="6787"/>
                  <a:pt x="1286" y="6537"/>
                </a:cubicBezTo>
                <a:cubicBezTo>
                  <a:pt x="1417" y="6620"/>
                  <a:pt x="1727" y="6716"/>
                  <a:pt x="2263" y="6287"/>
                </a:cubicBezTo>
                <a:cubicBezTo>
                  <a:pt x="2215" y="6263"/>
                  <a:pt x="2155" y="6239"/>
                  <a:pt x="2120" y="6227"/>
                </a:cubicBezTo>
                <a:cubicBezTo>
                  <a:pt x="2513" y="6120"/>
                  <a:pt x="2798" y="5954"/>
                  <a:pt x="2977" y="5585"/>
                </a:cubicBezTo>
                <a:cubicBezTo>
                  <a:pt x="2917" y="5668"/>
                  <a:pt x="2822" y="5751"/>
                  <a:pt x="2751" y="5823"/>
                </a:cubicBezTo>
                <a:cubicBezTo>
                  <a:pt x="2763" y="5763"/>
                  <a:pt x="2751" y="5704"/>
                  <a:pt x="2751" y="5632"/>
                </a:cubicBezTo>
                <a:cubicBezTo>
                  <a:pt x="2644" y="5692"/>
                  <a:pt x="2572" y="5823"/>
                  <a:pt x="2453" y="5894"/>
                </a:cubicBezTo>
                <a:cubicBezTo>
                  <a:pt x="2370" y="5954"/>
                  <a:pt x="2263" y="5989"/>
                  <a:pt x="2167" y="6061"/>
                </a:cubicBezTo>
                <a:cubicBezTo>
                  <a:pt x="2203" y="5966"/>
                  <a:pt x="2251" y="5894"/>
                  <a:pt x="2251" y="5811"/>
                </a:cubicBezTo>
                <a:cubicBezTo>
                  <a:pt x="2155" y="5906"/>
                  <a:pt x="1893" y="5656"/>
                  <a:pt x="1774" y="5715"/>
                </a:cubicBezTo>
                <a:cubicBezTo>
                  <a:pt x="1858" y="5656"/>
                  <a:pt x="1917" y="5537"/>
                  <a:pt x="1929" y="5418"/>
                </a:cubicBezTo>
                <a:cubicBezTo>
                  <a:pt x="1810" y="5418"/>
                  <a:pt x="1596" y="5430"/>
                  <a:pt x="1536" y="5430"/>
                </a:cubicBezTo>
                <a:cubicBezTo>
                  <a:pt x="1655" y="5394"/>
                  <a:pt x="1774" y="5346"/>
                  <a:pt x="1858" y="5251"/>
                </a:cubicBezTo>
                <a:cubicBezTo>
                  <a:pt x="1620" y="5215"/>
                  <a:pt x="1477" y="5073"/>
                  <a:pt x="1322" y="4858"/>
                </a:cubicBezTo>
                <a:cubicBezTo>
                  <a:pt x="1489" y="4834"/>
                  <a:pt x="1679" y="4870"/>
                  <a:pt x="1834" y="4811"/>
                </a:cubicBezTo>
                <a:cubicBezTo>
                  <a:pt x="1786" y="4763"/>
                  <a:pt x="1727" y="4715"/>
                  <a:pt x="1679" y="4692"/>
                </a:cubicBezTo>
                <a:cubicBezTo>
                  <a:pt x="1870" y="4680"/>
                  <a:pt x="2370" y="4465"/>
                  <a:pt x="2465" y="4275"/>
                </a:cubicBezTo>
                <a:cubicBezTo>
                  <a:pt x="2394" y="4227"/>
                  <a:pt x="2394" y="4156"/>
                  <a:pt x="2251" y="4168"/>
                </a:cubicBezTo>
                <a:cubicBezTo>
                  <a:pt x="2286" y="4156"/>
                  <a:pt x="2096" y="4156"/>
                  <a:pt x="2013" y="4084"/>
                </a:cubicBezTo>
                <a:cubicBezTo>
                  <a:pt x="2096" y="4061"/>
                  <a:pt x="2274" y="3930"/>
                  <a:pt x="2322" y="3846"/>
                </a:cubicBezTo>
                <a:cubicBezTo>
                  <a:pt x="1929" y="3977"/>
                  <a:pt x="1870" y="3906"/>
                  <a:pt x="1798" y="3906"/>
                </a:cubicBezTo>
                <a:cubicBezTo>
                  <a:pt x="1893" y="3882"/>
                  <a:pt x="1834" y="3882"/>
                  <a:pt x="1905" y="3870"/>
                </a:cubicBezTo>
                <a:cubicBezTo>
                  <a:pt x="1822" y="3822"/>
                  <a:pt x="1655" y="3858"/>
                  <a:pt x="1572" y="3810"/>
                </a:cubicBezTo>
                <a:cubicBezTo>
                  <a:pt x="1727" y="3846"/>
                  <a:pt x="1786" y="3691"/>
                  <a:pt x="1786" y="3691"/>
                </a:cubicBezTo>
                <a:cubicBezTo>
                  <a:pt x="1786" y="3691"/>
                  <a:pt x="1524" y="3584"/>
                  <a:pt x="1429" y="3513"/>
                </a:cubicBezTo>
                <a:cubicBezTo>
                  <a:pt x="1536" y="3549"/>
                  <a:pt x="1679" y="3525"/>
                  <a:pt x="1786" y="3465"/>
                </a:cubicBezTo>
                <a:cubicBezTo>
                  <a:pt x="1703" y="3429"/>
                  <a:pt x="2155" y="3394"/>
                  <a:pt x="2072" y="3346"/>
                </a:cubicBezTo>
                <a:cubicBezTo>
                  <a:pt x="1977" y="3310"/>
                  <a:pt x="2001" y="3168"/>
                  <a:pt x="1929" y="3096"/>
                </a:cubicBezTo>
                <a:cubicBezTo>
                  <a:pt x="2084" y="3144"/>
                  <a:pt x="2441" y="3215"/>
                  <a:pt x="2572" y="3108"/>
                </a:cubicBezTo>
                <a:cubicBezTo>
                  <a:pt x="2513" y="3096"/>
                  <a:pt x="2441" y="3084"/>
                  <a:pt x="2394" y="3072"/>
                </a:cubicBezTo>
                <a:cubicBezTo>
                  <a:pt x="2525" y="3072"/>
                  <a:pt x="2608" y="2989"/>
                  <a:pt x="2620" y="2858"/>
                </a:cubicBezTo>
                <a:cubicBezTo>
                  <a:pt x="2346" y="2918"/>
                  <a:pt x="2263" y="3013"/>
                  <a:pt x="1965" y="2906"/>
                </a:cubicBezTo>
                <a:cubicBezTo>
                  <a:pt x="2108" y="2918"/>
                  <a:pt x="2322" y="2858"/>
                  <a:pt x="2429" y="2751"/>
                </a:cubicBezTo>
                <a:cubicBezTo>
                  <a:pt x="2322" y="2775"/>
                  <a:pt x="2251" y="2715"/>
                  <a:pt x="2155" y="2691"/>
                </a:cubicBezTo>
                <a:cubicBezTo>
                  <a:pt x="2322" y="2727"/>
                  <a:pt x="2525" y="2667"/>
                  <a:pt x="2632" y="2537"/>
                </a:cubicBezTo>
                <a:cubicBezTo>
                  <a:pt x="2548" y="2560"/>
                  <a:pt x="2465" y="2513"/>
                  <a:pt x="2382" y="2537"/>
                </a:cubicBezTo>
                <a:cubicBezTo>
                  <a:pt x="2441" y="2501"/>
                  <a:pt x="2513" y="2489"/>
                  <a:pt x="2560" y="2441"/>
                </a:cubicBezTo>
                <a:cubicBezTo>
                  <a:pt x="2286" y="2453"/>
                  <a:pt x="2013" y="2429"/>
                  <a:pt x="1929" y="2179"/>
                </a:cubicBezTo>
                <a:cubicBezTo>
                  <a:pt x="2084" y="2203"/>
                  <a:pt x="2215" y="2144"/>
                  <a:pt x="2346" y="2132"/>
                </a:cubicBezTo>
                <a:cubicBezTo>
                  <a:pt x="2286" y="2120"/>
                  <a:pt x="2227" y="2084"/>
                  <a:pt x="2167" y="2060"/>
                </a:cubicBezTo>
                <a:cubicBezTo>
                  <a:pt x="2382" y="2036"/>
                  <a:pt x="2405" y="2025"/>
                  <a:pt x="2584" y="1905"/>
                </a:cubicBezTo>
                <a:cubicBezTo>
                  <a:pt x="2501" y="1894"/>
                  <a:pt x="2429" y="1858"/>
                  <a:pt x="2346" y="1834"/>
                </a:cubicBezTo>
                <a:cubicBezTo>
                  <a:pt x="2465" y="1798"/>
                  <a:pt x="2917" y="1798"/>
                  <a:pt x="2941" y="1655"/>
                </a:cubicBezTo>
                <a:cubicBezTo>
                  <a:pt x="2870" y="1655"/>
                  <a:pt x="2786" y="1667"/>
                  <a:pt x="2703" y="1667"/>
                </a:cubicBezTo>
                <a:cubicBezTo>
                  <a:pt x="2786" y="1620"/>
                  <a:pt x="2858" y="1584"/>
                  <a:pt x="2917" y="1536"/>
                </a:cubicBezTo>
                <a:cubicBezTo>
                  <a:pt x="2667" y="1536"/>
                  <a:pt x="2322" y="1560"/>
                  <a:pt x="2215" y="1370"/>
                </a:cubicBezTo>
                <a:cubicBezTo>
                  <a:pt x="2310" y="1382"/>
                  <a:pt x="2429" y="1370"/>
                  <a:pt x="2513" y="1358"/>
                </a:cubicBezTo>
                <a:cubicBezTo>
                  <a:pt x="2489" y="1346"/>
                  <a:pt x="2465" y="1298"/>
                  <a:pt x="2453" y="1286"/>
                </a:cubicBezTo>
                <a:cubicBezTo>
                  <a:pt x="2584" y="1310"/>
                  <a:pt x="2620" y="1286"/>
                  <a:pt x="2727" y="1239"/>
                </a:cubicBezTo>
                <a:cubicBezTo>
                  <a:pt x="2620" y="1239"/>
                  <a:pt x="2560" y="1179"/>
                  <a:pt x="2489" y="1143"/>
                </a:cubicBezTo>
                <a:cubicBezTo>
                  <a:pt x="2572" y="1132"/>
                  <a:pt x="2739" y="1120"/>
                  <a:pt x="2739" y="1024"/>
                </a:cubicBezTo>
                <a:cubicBezTo>
                  <a:pt x="2679" y="1072"/>
                  <a:pt x="2513" y="1024"/>
                  <a:pt x="2465" y="1013"/>
                </a:cubicBezTo>
                <a:cubicBezTo>
                  <a:pt x="2786" y="1001"/>
                  <a:pt x="2822" y="774"/>
                  <a:pt x="3001" y="691"/>
                </a:cubicBezTo>
                <a:cubicBezTo>
                  <a:pt x="2941" y="703"/>
                  <a:pt x="2870" y="691"/>
                  <a:pt x="2822" y="655"/>
                </a:cubicBezTo>
                <a:cubicBezTo>
                  <a:pt x="2870" y="632"/>
                  <a:pt x="2929" y="608"/>
                  <a:pt x="2977" y="584"/>
                </a:cubicBezTo>
                <a:cubicBezTo>
                  <a:pt x="2917" y="572"/>
                  <a:pt x="2822" y="572"/>
                  <a:pt x="2751" y="572"/>
                </a:cubicBezTo>
                <a:cubicBezTo>
                  <a:pt x="2822" y="536"/>
                  <a:pt x="2929" y="524"/>
                  <a:pt x="2989" y="465"/>
                </a:cubicBezTo>
                <a:cubicBezTo>
                  <a:pt x="3060" y="393"/>
                  <a:pt x="3060" y="251"/>
                  <a:pt x="3048" y="167"/>
                </a:cubicBezTo>
                <a:cubicBezTo>
                  <a:pt x="3048" y="120"/>
                  <a:pt x="3108" y="0"/>
                  <a:pt x="3108" y="0"/>
                </a:cubicBezTo>
                <a:lnTo>
                  <a:pt x="3108" y="131"/>
                </a:lnTo>
                <a:cubicBezTo>
                  <a:pt x="3120" y="72"/>
                  <a:pt x="3144" y="24"/>
                  <a:pt x="3156" y="0"/>
                </a:cubicBezTo>
                <a:cubicBezTo>
                  <a:pt x="3179" y="191"/>
                  <a:pt x="3120" y="1358"/>
                  <a:pt x="3465" y="1382"/>
                </a:cubicBezTo>
                <a:cubicBezTo>
                  <a:pt x="3394" y="1382"/>
                  <a:pt x="3298" y="1382"/>
                  <a:pt x="3227" y="1417"/>
                </a:cubicBezTo>
                <a:cubicBezTo>
                  <a:pt x="3275" y="1453"/>
                  <a:pt x="3298" y="1524"/>
                  <a:pt x="3346" y="1560"/>
                </a:cubicBezTo>
                <a:cubicBezTo>
                  <a:pt x="3060" y="1727"/>
                  <a:pt x="3644" y="2013"/>
                  <a:pt x="3810" y="1953"/>
                </a:cubicBezTo>
                <a:cubicBezTo>
                  <a:pt x="3691" y="2013"/>
                  <a:pt x="3572" y="2072"/>
                  <a:pt x="3453" y="2084"/>
                </a:cubicBezTo>
                <a:cubicBezTo>
                  <a:pt x="3537" y="2084"/>
                  <a:pt x="3620" y="2132"/>
                  <a:pt x="3703" y="2144"/>
                </a:cubicBezTo>
                <a:cubicBezTo>
                  <a:pt x="3620" y="2144"/>
                  <a:pt x="3525" y="2191"/>
                  <a:pt x="3441" y="2191"/>
                </a:cubicBezTo>
                <a:cubicBezTo>
                  <a:pt x="3679" y="2334"/>
                  <a:pt x="3798" y="2406"/>
                  <a:pt x="4060" y="2275"/>
                </a:cubicBezTo>
                <a:cubicBezTo>
                  <a:pt x="3929" y="2346"/>
                  <a:pt x="3798" y="2465"/>
                  <a:pt x="3644" y="2501"/>
                </a:cubicBezTo>
                <a:cubicBezTo>
                  <a:pt x="3751" y="2548"/>
                  <a:pt x="3858" y="2608"/>
                  <a:pt x="3977" y="2584"/>
                </a:cubicBezTo>
                <a:cubicBezTo>
                  <a:pt x="3918" y="2667"/>
                  <a:pt x="3798" y="2727"/>
                  <a:pt x="3715" y="2751"/>
                </a:cubicBezTo>
                <a:cubicBezTo>
                  <a:pt x="4013" y="2798"/>
                  <a:pt x="4156" y="2715"/>
                  <a:pt x="4394" y="2537"/>
                </a:cubicBezTo>
                <a:cubicBezTo>
                  <a:pt x="4346" y="2918"/>
                  <a:pt x="4001" y="3263"/>
                  <a:pt x="3679" y="3310"/>
                </a:cubicBezTo>
                <a:cubicBezTo>
                  <a:pt x="3751" y="3382"/>
                  <a:pt x="3834" y="3441"/>
                  <a:pt x="3929" y="3501"/>
                </a:cubicBezTo>
                <a:cubicBezTo>
                  <a:pt x="3822" y="3513"/>
                  <a:pt x="3739" y="3537"/>
                  <a:pt x="3632" y="3537"/>
                </a:cubicBezTo>
                <a:cubicBezTo>
                  <a:pt x="3691" y="3834"/>
                  <a:pt x="3977" y="3858"/>
                  <a:pt x="4191" y="3775"/>
                </a:cubicBezTo>
                <a:cubicBezTo>
                  <a:pt x="4072" y="3918"/>
                  <a:pt x="4049" y="4156"/>
                  <a:pt x="3882" y="4227"/>
                </a:cubicBezTo>
                <a:cubicBezTo>
                  <a:pt x="4215" y="4263"/>
                  <a:pt x="4453" y="4072"/>
                  <a:pt x="4715" y="3918"/>
                </a:cubicBezTo>
                <a:cubicBezTo>
                  <a:pt x="4846" y="4239"/>
                  <a:pt x="4406" y="4668"/>
                  <a:pt x="4215" y="4882"/>
                </a:cubicBezTo>
                <a:cubicBezTo>
                  <a:pt x="4299" y="4918"/>
                  <a:pt x="4430" y="4918"/>
                  <a:pt x="4525" y="4834"/>
                </a:cubicBezTo>
                <a:cubicBezTo>
                  <a:pt x="4465" y="5013"/>
                  <a:pt x="4239" y="5049"/>
                  <a:pt x="4096" y="5049"/>
                </a:cubicBezTo>
                <a:cubicBezTo>
                  <a:pt x="4120" y="5073"/>
                  <a:pt x="4179" y="5156"/>
                  <a:pt x="4227" y="5192"/>
                </a:cubicBezTo>
                <a:cubicBezTo>
                  <a:pt x="4049" y="5263"/>
                  <a:pt x="3751" y="5418"/>
                  <a:pt x="3572" y="5299"/>
                </a:cubicBezTo>
                <a:cubicBezTo>
                  <a:pt x="3644" y="5334"/>
                  <a:pt x="3703" y="5406"/>
                  <a:pt x="3798" y="5430"/>
                </a:cubicBezTo>
                <a:lnTo>
                  <a:pt x="3537" y="5430"/>
                </a:lnTo>
                <a:cubicBezTo>
                  <a:pt x="3644" y="5549"/>
                  <a:pt x="3775" y="5751"/>
                  <a:pt x="3918" y="5775"/>
                </a:cubicBezTo>
                <a:cubicBezTo>
                  <a:pt x="4120" y="5823"/>
                  <a:pt x="4418" y="5620"/>
                  <a:pt x="4596" y="5525"/>
                </a:cubicBezTo>
                <a:cubicBezTo>
                  <a:pt x="4584" y="5644"/>
                  <a:pt x="4525" y="5799"/>
                  <a:pt x="4418" y="5858"/>
                </a:cubicBezTo>
                <a:cubicBezTo>
                  <a:pt x="4668" y="5799"/>
                  <a:pt x="4870" y="5787"/>
                  <a:pt x="5049" y="5585"/>
                </a:cubicBezTo>
                <a:cubicBezTo>
                  <a:pt x="4953" y="6025"/>
                  <a:pt x="4763" y="6299"/>
                  <a:pt x="4430" y="6549"/>
                </a:cubicBezTo>
                <a:cubicBezTo>
                  <a:pt x="4513" y="6573"/>
                  <a:pt x="4584" y="6620"/>
                  <a:pt x="4656" y="6632"/>
                </a:cubicBezTo>
                <a:cubicBezTo>
                  <a:pt x="4477" y="6656"/>
                  <a:pt x="4299" y="6728"/>
                  <a:pt x="4120" y="6728"/>
                </a:cubicBezTo>
                <a:cubicBezTo>
                  <a:pt x="4179" y="6751"/>
                  <a:pt x="4239" y="6835"/>
                  <a:pt x="4310" y="6858"/>
                </a:cubicBezTo>
                <a:cubicBezTo>
                  <a:pt x="4108" y="6858"/>
                  <a:pt x="3929" y="6906"/>
                  <a:pt x="3739" y="6847"/>
                </a:cubicBezTo>
                <a:lnTo>
                  <a:pt x="3632" y="6847"/>
                </a:lnTo>
                <a:cubicBezTo>
                  <a:pt x="3632" y="6858"/>
                  <a:pt x="3644" y="6894"/>
                  <a:pt x="3644" y="6906"/>
                </a:cubicBezTo>
                <a:cubicBezTo>
                  <a:pt x="3775" y="6978"/>
                  <a:pt x="3953" y="7025"/>
                  <a:pt x="4132" y="7049"/>
                </a:cubicBezTo>
                <a:lnTo>
                  <a:pt x="3751" y="7049"/>
                </a:lnTo>
                <a:cubicBezTo>
                  <a:pt x="3751" y="7049"/>
                  <a:pt x="3763" y="7049"/>
                  <a:pt x="3763" y="7073"/>
                </a:cubicBezTo>
                <a:cubicBezTo>
                  <a:pt x="3834" y="7085"/>
                  <a:pt x="3918" y="7109"/>
                  <a:pt x="3977" y="7144"/>
                </a:cubicBezTo>
                <a:cubicBezTo>
                  <a:pt x="4049" y="7144"/>
                  <a:pt x="4132" y="7144"/>
                  <a:pt x="4227" y="7109"/>
                </a:cubicBezTo>
                <a:cubicBezTo>
                  <a:pt x="4191" y="7156"/>
                  <a:pt x="4156" y="7168"/>
                  <a:pt x="4108" y="7204"/>
                </a:cubicBezTo>
                <a:cubicBezTo>
                  <a:pt x="4156" y="7216"/>
                  <a:pt x="4215" y="7228"/>
                  <a:pt x="4275" y="7228"/>
                </a:cubicBezTo>
                <a:cubicBezTo>
                  <a:pt x="4489" y="7263"/>
                  <a:pt x="4763" y="7251"/>
                  <a:pt x="4941" y="7156"/>
                </a:cubicBezTo>
                <a:cubicBezTo>
                  <a:pt x="4775" y="7275"/>
                  <a:pt x="4584" y="7394"/>
                  <a:pt x="4334" y="7394"/>
                </a:cubicBezTo>
                <a:cubicBezTo>
                  <a:pt x="4513" y="7501"/>
                  <a:pt x="4703" y="7549"/>
                  <a:pt x="4930" y="7585"/>
                </a:cubicBezTo>
                <a:cubicBezTo>
                  <a:pt x="4465" y="7692"/>
                  <a:pt x="4179" y="7620"/>
                  <a:pt x="3739" y="7513"/>
                </a:cubicBezTo>
                <a:cubicBezTo>
                  <a:pt x="3929" y="7585"/>
                  <a:pt x="4132" y="7692"/>
                  <a:pt x="4299" y="7787"/>
                </a:cubicBezTo>
                <a:cubicBezTo>
                  <a:pt x="4191" y="7763"/>
                  <a:pt x="4096" y="7763"/>
                  <a:pt x="3989" y="7751"/>
                </a:cubicBezTo>
                <a:cubicBezTo>
                  <a:pt x="3941" y="7799"/>
                  <a:pt x="3894" y="7823"/>
                  <a:pt x="3834" y="7823"/>
                </a:cubicBezTo>
                <a:lnTo>
                  <a:pt x="3834" y="7823"/>
                </a:lnTo>
                <a:lnTo>
                  <a:pt x="4132" y="7823"/>
                </a:lnTo>
                <a:cubicBezTo>
                  <a:pt x="4108" y="7859"/>
                  <a:pt x="4096" y="7882"/>
                  <a:pt x="4060" y="7906"/>
                </a:cubicBezTo>
                <a:cubicBezTo>
                  <a:pt x="4156" y="7918"/>
                  <a:pt x="4239" y="7930"/>
                  <a:pt x="4334" y="7930"/>
                </a:cubicBezTo>
                <a:cubicBezTo>
                  <a:pt x="4239" y="7966"/>
                  <a:pt x="4120" y="7978"/>
                  <a:pt x="4013" y="7978"/>
                </a:cubicBezTo>
                <a:cubicBezTo>
                  <a:pt x="4227" y="8204"/>
                  <a:pt x="4930" y="8109"/>
                  <a:pt x="5192" y="8025"/>
                </a:cubicBezTo>
                <a:cubicBezTo>
                  <a:pt x="5061" y="8097"/>
                  <a:pt x="4894" y="8180"/>
                  <a:pt x="4727" y="8204"/>
                </a:cubicBezTo>
                <a:cubicBezTo>
                  <a:pt x="5049" y="8240"/>
                  <a:pt x="5608" y="8263"/>
                  <a:pt x="5834" y="8085"/>
                </a:cubicBezTo>
                <a:cubicBezTo>
                  <a:pt x="5703" y="8359"/>
                  <a:pt x="5382" y="8466"/>
                  <a:pt x="4941" y="8502"/>
                </a:cubicBezTo>
                <a:cubicBezTo>
                  <a:pt x="5049" y="8525"/>
                  <a:pt x="5180" y="8525"/>
                  <a:pt x="5299" y="8537"/>
                </a:cubicBezTo>
                <a:cubicBezTo>
                  <a:pt x="5025" y="8680"/>
                  <a:pt x="4644" y="8716"/>
                  <a:pt x="4334" y="8597"/>
                </a:cubicBezTo>
                <a:cubicBezTo>
                  <a:pt x="4513" y="8740"/>
                  <a:pt x="4882" y="8740"/>
                  <a:pt x="5072" y="8859"/>
                </a:cubicBezTo>
                <a:cubicBezTo>
                  <a:pt x="4811" y="9061"/>
                  <a:pt x="3882" y="8942"/>
                  <a:pt x="3834" y="8942"/>
                </a:cubicBezTo>
                <a:cubicBezTo>
                  <a:pt x="3906" y="8954"/>
                  <a:pt x="3989" y="9156"/>
                  <a:pt x="4537" y="9002"/>
                </a:cubicBezTo>
                <a:cubicBezTo>
                  <a:pt x="4477" y="9109"/>
                  <a:pt x="4382" y="9192"/>
                  <a:pt x="4275" y="9216"/>
                </a:cubicBezTo>
                <a:cubicBezTo>
                  <a:pt x="4501" y="9228"/>
                  <a:pt x="4703" y="9133"/>
                  <a:pt x="4930" y="9109"/>
                </a:cubicBezTo>
                <a:cubicBezTo>
                  <a:pt x="4894" y="9275"/>
                  <a:pt x="4811" y="9490"/>
                  <a:pt x="4656" y="9585"/>
                </a:cubicBezTo>
                <a:cubicBezTo>
                  <a:pt x="4822" y="9585"/>
                  <a:pt x="4989" y="9514"/>
                  <a:pt x="5132" y="9490"/>
                </a:cubicBezTo>
                <a:cubicBezTo>
                  <a:pt x="5108" y="9609"/>
                  <a:pt x="5013" y="9716"/>
                  <a:pt x="4930" y="9787"/>
                </a:cubicBezTo>
                <a:cubicBezTo>
                  <a:pt x="5096" y="9716"/>
                  <a:pt x="5311" y="10061"/>
                  <a:pt x="5418" y="9906"/>
                </a:cubicBezTo>
                <a:cubicBezTo>
                  <a:pt x="5346" y="10133"/>
                  <a:pt x="4930" y="10168"/>
                  <a:pt x="4477" y="10073"/>
                </a:cubicBezTo>
                <a:cubicBezTo>
                  <a:pt x="4477" y="10073"/>
                  <a:pt x="5049" y="10597"/>
                  <a:pt x="5632" y="10585"/>
                </a:cubicBezTo>
                <a:cubicBezTo>
                  <a:pt x="5632" y="10585"/>
                  <a:pt x="5394" y="11073"/>
                  <a:pt x="5061" y="10942"/>
                </a:cubicBezTo>
                <a:cubicBezTo>
                  <a:pt x="5156" y="11014"/>
                  <a:pt x="5275" y="11133"/>
                  <a:pt x="5346" y="11145"/>
                </a:cubicBezTo>
                <a:cubicBezTo>
                  <a:pt x="5049" y="11133"/>
                  <a:pt x="4799" y="11133"/>
                  <a:pt x="4513" y="11002"/>
                </a:cubicBezTo>
                <a:cubicBezTo>
                  <a:pt x="4584" y="11157"/>
                  <a:pt x="4715" y="11264"/>
                  <a:pt x="4870" y="11335"/>
                </a:cubicBezTo>
                <a:cubicBezTo>
                  <a:pt x="4834" y="11323"/>
                  <a:pt x="4799" y="11311"/>
                  <a:pt x="4763" y="11311"/>
                </a:cubicBezTo>
                <a:cubicBezTo>
                  <a:pt x="4977" y="11514"/>
                  <a:pt x="5192" y="11692"/>
                  <a:pt x="5358" y="11633"/>
                </a:cubicBezTo>
                <a:cubicBezTo>
                  <a:pt x="5215" y="11716"/>
                  <a:pt x="5013" y="11835"/>
                  <a:pt x="4811" y="11847"/>
                </a:cubicBezTo>
                <a:cubicBezTo>
                  <a:pt x="5180" y="11907"/>
                  <a:pt x="5846" y="11919"/>
                  <a:pt x="6120" y="11716"/>
                </a:cubicBezTo>
                <a:cubicBezTo>
                  <a:pt x="5954" y="12038"/>
                  <a:pt x="5584" y="12169"/>
                  <a:pt x="5061" y="12204"/>
                </a:cubicBezTo>
                <a:cubicBezTo>
                  <a:pt x="5192" y="12252"/>
                  <a:pt x="5346" y="12228"/>
                  <a:pt x="5477" y="12264"/>
                </a:cubicBezTo>
                <a:cubicBezTo>
                  <a:pt x="5168" y="12407"/>
                  <a:pt x="4703" y="12466"/>
                  <a:pt x="4346" y="12335"/>
                </a:cubicBezTo>
                <a:cubicBezTo>
                  <a:pt x="4572" y="12502"/>
                  <a:pt x="5001" y="12502"/>
                  <a:pt x="5227" y="12633"/>
                </a:cubicBezTo>
                <a:cubicBezTo>
                  <a:pt x="5037" y="12645"/>
                  <a:pt x="4882" y="12681"/>
                  <a:pt x="4703" y="12693"/>
                </a:cubicBezTo>
                <a:cubicBezTo>
                  <a:pt x="4060" y="12943"/>
                  <a:pt x="3560" y="12812"/>
                  <a:pt x="3215" y="12633"/>
                </a:cubicBezTo>
                <a:lnTo>
                  <a:pt x="3215" y="16312"/>
                </a:lnTo>
                <a:lnTo>
                  <a:pt x="2751" y="16312"/>
                </a:lnTo>
                <a:lnTo>
                  <a:pt x="2751" y="12442"/>
                </a:lnTo>
                <a:cubicBezTo>
                  <a:pt x="2632" y="12562"/>
                  <a:pt x="2489" y="12669"/>
                  <a:pt x="2298" y="12693"/>
                </a:cubicBezTo>
                <a:cubicBezTo>
                  <a:pt x="2429" y="12645"/>
                  <a:pt x="2513" y="12502"/>
                  <a:pt x="2513" y="12395"/>
                </a:cubicBezTo>
                <a:cubicBezTo>
                  <a:pt x="2358" y="12681"/>
                  <a:pt x="1893" y="12728"/>
                  <a:pt x="1548" y="12788"/>
                </a:cubicBezTo>
                <a:cubicBezTo>
                  <a:pt x="1620" y="12752"/>
                  <a:pt x="1703" y="12693"/>
                  <a:pt x="1715" y="12633"/>
                </a:cubicBezTo>
                <a:cubicBezTo>
                  <a:pt x="1370" y="12812"/>
                  <a:pt x="905" y="12681"/>
                  <a:pt x="572" y="12573"/>
                </a:cubicBezTo>
                <a:cubicBezTo>
                  <a:pt x="691" y="12562"/>
                  <a:pt x="786" y="12490"/>
                  <a:pt x="893" y="12431"/>
                </a:cubicBezTo>
                <a:cubicBezTo>
                  <a:pt x="703" y="12609"/>
                  <a:pt x="334" y="12490"/>
                  <a:pt x="0" y="1238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1" name="Google Shape;201;p36"/>
          <p:cNvSpPr/>
          <p:nvPr/>
        </p:nvSpPr>
        <p:spPr>
          <a:xfrm flipH="1">
            <a:off x="951878" y="418320"/>
            <a:ext cx="2111128" cy="37675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2" name="Google Shape;202;p36"/>
          <p:cNvSpPr/>
          <p:nvPr/>
        </p:nvSpPr>
        <p:spPr>
          <a:xfrm>
            <a:off x="6655725" y="647923"/>
            <a:ext cx="3591147" cy="640868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6" Type="http://schemas.openxmlformats.org/officeDocument/2006/relationships/theme" Target="../theme/theme1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5400012" scaled="0"/>
        </a:gra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710850" y="1152475"/>
            <a:ext cx="7722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9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9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9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5400012" scaled="0"/>
        </a:gradFill>
        <a:effectLst/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0"/>
          <p:cNvSpPr/>
          <p:nvPr/>
        </p:nvSpPr>
        <p:spPr>
          <a:xfrm>
            <a:off x="4209100" y="554125"/>
            <a:ext cx="1882300" cy="360975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40"/>
          <p:cNvSpPr/>
          <p:nvPr/>
        </p:nvSpPr>
        <p:spPr>
          <a:xfrm>
            <a:off x="6089225" y="1384580"/>
            <a:ext cx="3611418" cy="644567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4" name="Google Shape;214;p40"/>
          <p:cNvSpPr/>
          <p:nvPr/>
        </p:nvSpPr>
        <p:spPr>
          <a:xfrm>
            <a:off x="1329825" y="2718425"/>
            <a:ext cx="6907450" cy="2386075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5" name="Google Shape;215;p40"/>
          <p:cNvSpPr/>
          <p:nvPr/>
        </p:nvSpPr>
        <p:spPr>
          <a:xfrm flipH="1">
            <a:off x="3593130" y="1446725"/>
            <a:ext cx="5550870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40"/>
          <p:cNvSpPr txBox="1"/>
          <p:nvPr>
            <p:ph type="ctrTitle"/>
          </p:nvPr>
        </p:nvSpPr>
        <p:spPr>
          <a:xfrm>
            <a:off x="303530" y="369570"/>
            <a:ext cx="7005320" cy="14128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Презентация </a:t>
            </a:r>
            <a:r>
              <a:rPr lang="x-none" altLang="ru-RU">
                <a:latin typeface="Calibri" panose="020F0502020204030204" charset="0"/>
                <a:cs typeface="Calibri" panose="020F0502020204030204" charset="0"/>
              </a:rPr>
              <a:t>дипломного </a:t>
            </a: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проекта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217" name="Google Shape;217;p40"/>
          <p:cNvSpPr txBox="1"/>
          <p:nvPr>
            <p:ph type="subTitle" idx="1"/>
          </p:nvPr>
        </p:nvSpPr>
        <p:spPr>
          <a:xfrm>
            <a:off x="408940" y="1782445"/>
            <a:ext cx="5132705" cy="716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Тема: Разработка сайта для хайкинга и альпинизма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218" name="Google Shape;218;p40"/>
          <p:cNvSpPr/>
          <p:nvPr/>
        </p:nvSpPr>
        <p:spPr>
          <a:xfrm flipH="1">
            <a:off x="3086591" y="3449475"/>
            <a:ext cx="6458284" cy="1554000"/>
          </a:xfrm>
          <a:custGeom>
            <a:avLst/>
            <a:gdLst/>
            <a:ahLst/>
            <a:cxnLst/>
            <a:rect l="l" t="t" r="r" b="b"/>
            <a:pathLst>
              <a:path w="226905" h="62160" extrusionOk="0">
                <a:moveTo>
                  <a:pt x="226904" y="62159"/>
                </a:moveTo>
                <a:lnTo>
                  <a:pt x="198089" y="45624"/>
                </a:lnTo>
                <a:lnTo>
                  <a:pt x="186448" y="44560"/>
                </a:lnTo>
                <a:lnTo>
                  <a:pt x="161918" y="27448"/>
                </a:lnTo>
                <a:lnTo>
                  <a:pt x="153559" y="24408"/>
                </a:lnTo>
                <a:lnTo>
                  <a:pt x="145717" y="19180"/>
                </a:lnTo>
                <a:lnTo>
                  <a:pt x="135596" y="22645"/>
                </a:lnTo>
                <a:lnTo>
                  <a:pt x="127875" y="19453"/>
                </a:lnTo>
                <a:lnTo>
                  <a:pt x="109881" y="6779"/>
                </a:lnTo>
                <a:lnTo>
                  <a:pt x="101735" y="5107"/>
                </a:lnTo>
                <a:lnTo>
                  <a:pt x="91917" y="0"/>
                </a:lnTo>
                <a:lnTo>
                  <a:pt x="77722" y="8207"/>
                </a:lnTo>
                <a:lnTo>
                  <a:pt x="58694" y="15776"/>
                </a:lnTo>
                <a:lnTo>
                  <a:pt x="22189" y="36505"/>
                </a:lnTo>
                <a:lnTo>
                  <a:pt x="12159" y="39788"/>
                </a:lnTo>
                <a:cubicBezTo>
                  <a:pt x="12159" y="39788"/>
                  <a:pt x="6596" y="57235"/>
                  <a:pt x="0" y="6215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40"/>
          <p:cNvSpPr/>
          <p:nvPr/>
        </p:nvSpPr>
        <p:spPr>
          <a:xfrm>
            <a:off x="0" y="4404225"/>
            <a:ext cx="9143877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40"/>
          <p:cNvSpPr/>
          <p:nvPr/>
        </p:nvSpPr>
        <p:spPr>
          <a:xfrm>
            <a:off x="7194651" y="1591302"/>
            <a:ext cx="1146409" cy="3581772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" name="Google Shape;217;p40"/>
          <p:cNvSpPr txBox="1"/>
          <p:nvPr/>
        </p:nvSpPr>
        <p:spPr>
          <a:xfrm>
            <a:off x="408940" y="3023870"/>
            <a:ext cx="2886710" cy="71691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17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Выполнил: Апанасенко В.А.</a:t>
            </a:r>
            <a:br>
              <a:rPr lang="ru-RU" altLang="en-GB">
                <a:latin typeface="Calibri" panose="020F0502020204030204" charset="0"/>
                <a:cs typeface="Calibri" panose="020F0502020204030204" charset="0"/>
              </a:rPr>
            </a:b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Группа: ПКС-2-23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/>
          <p:nvPr/>
        </p:nvSpPr>
        <p:spPr>
          <a:xfrm>
            <a:off x="3669500" y="3061275"/>
            <a:ext cx="7608850" cy="3533500"/>
          </a:xfrm>
          <a:custGeom>
            <a:avLst/>
            <a:gdLst/>
            <a:ahLst/>
            <a:cxnLst/>
            <a:rect l="l" t="t" r="r" b="b"/>
            <a:pathLst>
              <a:path w="304354" h="141340" extrusionOk="0">
                <a:moveTo>
                  <a:pt x="1" y="75229"/>
                </a:moveTo>
                <a:cubicBezTo>
                  <a:pt x="1" y="75229"/>
                  <a:pt x="16354" y="49028"/>
                  <a:pt x="23193" y="47873"/>
                </a:cubicBezTo>
                <a:cubicBezTo>
                  <a:pt x="30032" y="46749"/>
                  <a:pt x="37995" y="47873"/>
                  <a:pt x="37995" y="47873"/>
                </a:cubicBezTo>
                <a:cubicBezTo>
                  <a:pt x="37995" y="47873"/>
                  <a:pt x="66172" y="72585"/>
                  <a:pt x="74501" y="75229"/>
                </a:cubicBezTo>
                <a:cubicBezTo>
                  <a:pt x="82829" y="77904"/>
                  <a:pt x="118179" y="78269"/>
                  <a:pt x="118179" y="78269"/>
                </a:cubicBezTo>
                <a:lnTo>
                  <a:pt x="143955" y="72950"/>
                </a:lnTo>
                <a:lnTo>
                  <a:pt x="163378" y="66506"/>
                </a:lnTo>
                <a:lnTo>
                  <a:pt x="168636" y="59272"/>
                </a:lnTo>
                <a:lnTo>
                  <a:pt x="175019" y="57114"/>
                </a:lnTo>
                <a:lnTo>
                  <a:pt x="178150" y="57114"/>
                </a:lnTo>
                <a:cubicBezTo>
                  <a:pt x="178150" y="57114"/>
                  <a:pt x="184229" y="46749"/>
                  <a:pt x="185749" y="41794"/>
                </a:cubicBezTo>
                <a:cubicBezTo>
                  <a:pt x="187269" y="36870"/>
                  <a:pt x="190703" y="33435"/>
                  <a:pt x="190703" y="33435"/>
                </a:cubicBezTo>
                <a:cubicBezTo>
                  <a:pt x="190703" y="33435"/>
                  <a:pt x="191068" y="27356"/>
                  <a:pt x="193348" y="26779"/>
                </a:cubicBezTo>
                <a:cubicBezTo>
                  <a:pt x="195628" y="26232"/>
                  <a:pt x="199640" y="26779"/>
                  <a:pt x="199640" y="26779"/>
                </a:cubicBezTo>
                <a:lnTo>
                  <a:pt x="203652" y="27356"/>
                </a:lnTo>
                <a:lnTo>
                  <a:pt x="214686" y="14073"/>
                </a:lnTo>
                <a:cubicBezTo>
                  <a:pt x="214686" y="14073"/>
                  <a:pt x="219032" y="7599"/>
                  <a:pt x="221130" y="6657"/>
                </a:cubicBezTo>
                <a:cubicBezTo>
                  <a:pt x="223227" y="5715"/>
                  <a:pt x="226631" y="0"/>
                  <a:pt x="226631" y="0"/>
                </a:cubicBezTo>
                <a:lnTo>
                  <a:pt x="235568" y="0"/>
                </a:lnTo>
                <a:lnTo>
                  <a:pt x="250401" y="5715"/>
                </a:lnTo>
                <a:cubicBezTo>
                  <a:pt x="250401" y="5715"/>
                  <a:pt x="256267" y="17660"/>
                  <a:pt x="260644" y="19940"/>
                </a:cubicBezTo>
                <a:cubicBezTo>
                  <a:pt x="265021" y="22219"/>
                  <a:pt x="269763" y="26779"/>
                  <a:pt x="269763" y="26779"/>
                </a:cubicBezTo>
                <a:cubicBezTo>
                  <a:pt x="269763" y="26779"/>
                  <a:pt x="276237" y="40670"/>
                  <a:pt x="279277" y="43132"/>
                </a:cubicBezTo>
                <a:cubicBezTo>
                  <a:pt x="282316" y="45594"/>
                  <a:pt x="287635" y="49788"/>
                  <a:pt x="287635" y="49788"/>
                </a:cubicBezTo>
                <a:lnTo>
                  <a:pt x="304353" y="67630"/>
                </a:lnTo>
                <a:lnTo>
                  <a:pt x="304353" y="141340"/>
                </a:lnTo>
                <a:lnTo>
                  <a:pt x="1" y="14134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8" name="Google Shape;308;p46"/>
          <p:cNvSpPr txBox="1"/>
          <p:nvPr>
            <p:ph type="title"/>
          </p:nvPr>
        </p:nvSpPr>
        <p:spPr>
          <a:xfrm>
            <a:off x="1764030" y="445135"/>
            <a:ext cx="561594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Актуальность проекта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9" name="Google Shape;309;p46"/>
          <p:cNvSpPr txBox="1"/>
          <p:nvPr>
            <p:ph type="subTitle" idx="1"/>
          </p:nvPr>
        </p:nvSpPr>
        <p:spPr>
          <a:xfrm>
            <a:off x="1210310" y="1740535"/>
            <a:ext cx="6724015" cy="23266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313131"/>
              </a:buClr>
              <a:buSzPts val="1100"/>
              <a:buFont typeface="Arial" panose="020B0604020202020204"/>
              <a:buNone/>
            </a:pP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Разработка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веб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сайта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об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альпинизме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актуальна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из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за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роста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интереса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к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активному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туризму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потребности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удобных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инструментах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для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просмотра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информации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вершинах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подборе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снаряжения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ведения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журнала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восхождений</a:t>
            </a:r>
            <a:r>
              <a:rPr lang="ru-RU" altLang="en-US" sz="1600">
                <a:latin typeface="Calibri" panose="020F0502020204030204" charset="0"/>
                <a:cs typeface="Calibri" panose="020F0502020204030204" charset="0"/>
              </a:rPr>
              <a:t> в одном месте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.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Проект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реализован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на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чистом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HTML, CSS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JavaScript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без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использования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тяжёлых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фреймворков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что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обеспечивает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высокую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скорость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работы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простоту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поддержки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позволяет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легко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развертывать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сайт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на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любых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хостингах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благодаря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его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статической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600">
                <a:latin typeface="Calibri" panose="020F0502020204030204" charset="0"/>
                <a:cs typeface="Calibri" panose="020F0502020204030204" charset="0"/>
              </a:rPr>
              <a:t>структуре</a:t>
            </a:r>
            <a:r>
              <a:rPr lang="en-US" altLang="ru-RU" sz="1600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1600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11" name="Google Shape;311;p46"/>
          <p:cNvSpPr/>
          <p:nvPr/>
        </p:nvSpPr>
        <p:spPr>
          <a:xfrm>
            <a:off x="0" y="4404225"/>
            <a:ext cx="9143877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46"/>
          <p:cNvSpPr/>
          <p:nvPr/>
        </p:nvSpPr>
        <p:spPr>
          <a:xfrm>
            <a:off x="-335925" y="1309750"/>
            <a:ext cx="1187473" cy="3833898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3" name="Google Shape;313;p46"/>
          <p:cNvSpPr/>
          <p:nvPr/>
        </p:nvSpPr>
        <p:spPr>
          <a:xfrm>
            <a:off x="8184500" y="2594400"/>
            <a:ext cx="868813" cy="2662638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4" name="Google Shape;314;p46"/>
          <p:cNvSpPr/>
          <p:nvPr/>
        </p:nvSpPr>
        <p:spPr>
          <a:xfrm>
            <a:off x="-1242625" y="411100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5" name="Google Shape;315;p46"/>
          <p:cNvSpPr/>
          <p:nvPr/>
        </p:nvSpPr>
        <p:spPr>
          <a:xfrm flipH="1">
            <a:off x="7744925" y="712925"/>
            <a:ext cx="2379039" cy="456236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/>
          <p:nvPr/>
        </p:nvSpPr>
        <p:spPr>
          <a:xfrm>
            <a:off x="5516873" y="500599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5" name="Google Shape;335;p48"/>
          <p:cNvSpPr/>
          <p:nvPr/>
        </p:nvSpPr>
        <p:spPr>
          <a:xfrm flipH="1">
            <a:off x="5406063" y="1217950"/>
            <a:ext cx="3813987" cy="4001906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6" name="Google Shape;336;p48"/>
          <p:cNvSpPr/>
          <p:nvPr/>
        </p:nvSpPr>
        <p:spPr>
          <a:xfrm flipH="1">
            <a:off x="2064985" y="3145600"/>
            <a:ext cx="7338579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8" name="Google Shape;338;p48"/>
          <p:cNvSpPr txBox="1"/>
          <p:nvPr>
            <p:ph type="subTitle" idx="1"/>
          </p:nvPr>
        </p:nvSpPr>
        <p:spPr>
          <a:xfrm>
            <a:off x="713225" y="260495"/>
            <a:ext cx="4275900" cy="48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cs typeface="Calibri" panose="020F0502020204030204" charset="0"/>
              </a:rPr>
              <a:t>Цель </a:t>
            </a: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проекта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39" name="Google Shape;339;p48"/>
          <p:cNvSpPr txBox="1"/>
          <p:nvPr>
            <p:ph type="subTitle" idx="2"/>
          </p:nvPr>
        </p:nvSpPr>
        <p:spPr>
          <a:xfrm>
            <a:off x="713105" y="605155"/>
            <a:ext cx="5985510" cy="810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Создание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статического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веб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сайта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для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альпинистов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обеспечивающего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удобный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доступ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к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информации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о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горных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вершинах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подбору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снаряжения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учёту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личных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восхождений</a:t>
            </a:r>
            <a:r>
              <a:rPr lang="en-US" altLang="ru-RU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40" name="Google Shape;340;p48"/>
          <p:cNvSpPr txBox="1"/>
          <p:nvPr>
            <p:ph type="subTitle" idx="3"/>
          </p:nvPr>
        </p:nvSpPr>
        <p:spPr>
          <a:xfrm>
            <a:off x="713225" y="1415835"/>
            <a:ext cx="4275900" cy="48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cs typeface="Calibri" panose="020F0502020204030204" charset="0"/>
              </a:rPr>
              <a:t>Задачи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42" name="Google Shape;342;p48"/>
          <p:cNvSpPr/>
          <p:nvPr/>
        </p:nvSpPr>
        <p:spPr>
          <a:xfrm>
            <a:off x="-705403" y="40077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3" name="Google Shape;343;p48"/>
          <p:cNvSpPr/>
          <p:nvPr/>
        </p:nvSpPr>
        <p:spPr>
          <a:xfrm>
            <a:off x="7099225" y="1864425"/>
            <a:ext cx="1355251" cy="3611861"/>
          </a:xfrm>
          <a:custGeom>
            <a:avLst/>
            <a:gdLst/>
            <a:ahLst/>
            <a:cxnLst/>
            <a:rect l="l" t="t" r="r" b="b"/>
            <a:pathLst>
              <a:path w="6121" h="16313" extrusionOk="0">
                <a:moveTo>
                  <a:pt x="0" y="12383"/>
                </a:moveTo>
                <a:cubicBezTo>
                  <a:pt x="417" y="12395"/>
                  <a:pt x="417" y="12300"/>
                  <a:pt x="667" y="12061"/>
                </a:cubicBezTo>
                <a:cubicBezTo>
                  <a:pt x="477" y="12073"/>
                  <a:pt x="465" y="11680"/>
                  <a:pt x="310" y="11609"/>
                </a:cubicBezTo>
                <a:cubicBezTo>
                  <a:pt x="834" y="11621"/>
                  <a:pt x="1203" y="11954"/>
                  <a:pt x="1572" y="11704"/>
                </a:cubicBezTo>
                <a:cubicBezTo>
                  <a:pt x="1393" y="11704"/>
                  <a:pt x="905" y="11383"/>
                  <a:pt x="905" y="11383"/>
                </a:cubicBezTo>
                <a:cubicBezTo>
                  <a:pt x="1501" y="11347"/>
                  <a:pt x="1715" y="11538"/>
                  <a:pt x="1977" y="11264"/>
                </a:cubicBezTo>
                <a:cubicBezTo>
                  <a:pt x="1965" y="11264"/>
                  <a:pt x="1965" y="11180"/>
                  <a:pt x="1786" y="11180"/>
                </a:cubicBezTo>
                <a:cubicBezTo>
                  <a:pt x="1905" y="11109"/>
                  <a:pt x="2048" y="11073"/>
                  <a:pt x="2096" y="10954"/>
                </a:cubicBezTo>
                <a:cubicBezTo>
                  <a:pt x="1774" y="11264"/>
                  <a:pt x="1155" y="11049"/>
                  <a:pt x="786" y="10942"/>
                </a:cubicBezTo>
                <a:cubicBezTo>
                  <a:pt x="1001" y="10942"/>
                  <a:pt x="1179" y="10942"/>
                  <a:pt x="1370" y="10883"/>
                </a:cubicBezTo>
                <a:cubicBezTo>
                  <a:pt x="1143" y="10871"/>
                  <a:pt x="893" y="10895"/>
                  <a:pt x="667" y="10835"/>
                </a:cubicBezTo>
                <a:cubicBezTo>
                  <a:pt x="512" y="10788"/>
                  <a:pt x="358" y="10704"/>
                  <a:pt x="227" y="10633"/>
                </a:cubicBezTo>
                <a:cubicBezTo>
                  <a:pt x="560" y="10764"/>
                  <a:pt x="1143" y="10597"/>
                  <a:pt x="1453" y="10526"/>
                </a:cubicBezTo>
                <a:cubicBezTo>
                  <a:pt x="1370" y="10526"/>
                  <a:pt x="1262" y="10526"/>
                  <a:pt x="1191" y="10514"/>
                </a:cubicBezTo>
                <a:cubicBezTo>
                  <a:pt x="1370" y="10430"/>
                  <a:pt x="1548" y="10407"/>
                  <a:pt x="1715" y="10299"/>
                </a:cubicBezTo>
                <a:cubicBezTo>
                  <a:pt x="1489" y="10299"/>
                  <a:pt x="1203" y="10252"/>
                  <a:pt x="1036" y="10156"/>
                </a:cubicBezTo>
                <a:cubicBezTo>
                  <a:pt x="1370" y="10252"/>
                  <a:pt x="1798" y="10156"/>
                  <a:pt x="2132" y="10049"/>
                </a:cubicBezTo>
                <a:cubicBezTo>
                  <a:pt x="1965" y="10061"/>
                  <a:pt x="1715" y="10109"/>
                  <a:pt x="1596" y="10014"/>
                </a:cubicBezTo>
                <a:cubicBezTo>
                  <a:pt x="1917" y="10014"/>
                  <a:pt x="2096" y="9871"/>
                  <a:pt x="2382" y="9787"/>
                </a:cubicBezTo>
                <a:cubicBezTo>
                  <a:pt x="2167" y="9811"/>
                  <a:pt x="1977" y="9847"/>
                  <a:pt x="1751" y="9835"/>
                </a:cubicBezTo>
                <a:cubicBezTo>
                  <a:pt x="1905" y="9787"/>
                  <a:pt x="2227" y="9692"/>
                  <a:pt x="2227" y="9549"/>
                </a:cubicBezTo>
                <a:cubicBezTo>
                  <a:pt x="2013" y="9609"/>
                  <a:pt x="1822" y="9704"/>
                  <a:pt x="1560" y="9728"/>
                </a:cubicBezTo>
                <a:cubicBezTo>
                  <a:pt x="1310" y="9764"/>
                  <a:pt x="1143" y="9692"/>
                  <a:pt x="929" y="9680"/>
                </a:cubicBezTo>
                <a:cubicBezTo>
                  <a:pt x="1120" y="9561"/>
                  <a:pt x="1489" y="9561"/>
                  <a:pt x="1667" y="9418"/>
                </a:cubicBezTo>
                <a:cubicBezTo>
                  <a:pt x="1358" y="9537"/>
                  <a:pt x="965" y="9490"/>
                  <a:pt x="703" y="9359"/>
                </a:cubicBezTo>
                <a:cubicBezTo>
                  <a:pt x="822" y="9347"/>
                  <a:pt x="953" y="9347"/>
                  <a:pt x="1060" y="9323"/>
                </a:cubicBezTo>
                <a:cubicBezTo>
                  <a:pt x="608" y="9287"/>
                  <a:pt x="298" y="9168"/>
                  <a:pt x="167" y="8906"/>
                </a:cubicBezTo>
                <a:cubicBezTo>
                  <a:pt x="393" y="9085"/>
                  <a:pt x="953" y="9061"/>
                  <a:pt x="1262" y="9025"/>
                </a:cubicBezTo>
                <a:cubicBezTo>
                  <a:pt x="1108" y="9002"/>
                  <a:pt x="941" y="8918"/>
                  <a:pt x="810" y="8835"/>
                </a:cubicBezTo>
                <a:cubicBezTo>
                  <a:pt x="1072" y="8942"/>
                  <a:pt x="1774" y="9025"/>
                  <a:pt x="1977" y="8799"/>
                </a:cubicBezTo>
                <a:cubicBezTo>
                  <a:pt x="1882" y="8799"/>
                  <a:pt x="1774" y="8787"/>
                  <a:pt x="1667" y="8752"/>
                </a:cubicBezTo>
                <a:cubicBezTo>
                  <a:pt x="1977" y="8752"/>
                  <a:pt x="2263" y="8632"/>
                  <a:pt x="2441" y="8466"/>
                </a:cubicBezTo>
                <a:cubicBezTo>
                  <a:pt x="2215" y="8561"/>
                  <a:pt x="1965" y="8573"/>
                  <a:pt x="1715" y="8585"/>
                </a:cubicBezTo>
                <a:cubicBezTo>
                  <a:pt x="1882" y="8490"/>
                  <a:pt x="2084" y="8394"/>
                  <a:pt x="2274" y="8323"/>
                </a:cubicBezTo>
                <a:cubicBezTo>
                  <a:pt x="1834" y="8406"/>
                  <a:pt x="1548" y="8502"/>
                  <a:pt x="1084" y="8394"/>
                </a:cubicBezTo>
                <a:cubicBezTo>
                  <a:pt x="1310" y="8347"/>
                  <a:pt x="1524" y="8311"/>
                  <a:pt x="1679" y="8204"/>
                </a:cubicBezTo>
                <a:cubicBezTo>
                  <a:pt x="1417" y="8204"/>
                  <a:pt x="1227" y="8085"/>
                  <a:pt x="1072" y="7966"/>
                </a:cubicBezTo>
                <a:cubicBezTo>
                  <a:pt x="1251" y="8049"/>
                  <a:pt x="1524" y="8073"/>
                  <a:pt x="1739" y="8037"/>
                </a:cubicBezTo>
                <a:cubicBezTo>
                  <a:pt x="1965" y="8013"/>
                  <a:pt x="2084" y="7918"/>
                  <a:pt x="2310" y="7859"/>
                </a:cubicBezTo>
                <a:lnTo>
                  <a:pt x="1893" y="7859"/>
                </a:lnTo>
                <a:cubicBezTo>
                  <a:pt x="2096" y="7835"/>
                  <a:pt x="2334" y="7775"/>
                  <a:pt x="2453" y="7668"/>
                </a:cubicBezTo>
                <a:cubicBezTo>
                  <a:pt x="2334" y="7668"/>
                  <a:pt x="2203" y="7668"/>
                  <a:pt x="2084" y="7632"/>
                </a:cubicBezTo>
                <a:cubicBezTo>
                  <a:pt x="2310" y="7632"/>
                  <a:pt x="2501" y="7454"/>
                  <a:pt x="2679" y="7263"/>
                </a:cubicBezTo>
                <a:lnTo>
                  <a:pt x="2679" y="7204"/>
                </a:lnTo>
                <a:cubicBezTo>
                  <a:pt x="2536" y="7359"/>
                  <a:pt x="2382" y="7382"/>
                  <a:pt x="2203" y="7454"/>
                </a:cubicBezTo>
                <a:cubicBezTo>
                  <a:pt x="1786" y="7620"/>
                  <a:pt x="1501" y="7454"/>
                  <a:pt x="1501" y="7454"/>
                </a:cubicBezTo>
                <a:cubicBezTo>
                  <a:pt x="1501" y="7454"/>
                  <a:pt x="1786" y="7263"/>
                  <a:pt x="1846" y="7132"/>
                </a:cubicBezTo>
                <a:cubicBezTo>
                  <a:pt x="1643" y="7097"/>
                  <a:pt x="1584" y="7180"/>
                  <a:pt x="1405" y="7061"/>
                </a:cubicBezTo>
                <a:cubicBezTo>
                  <a:pt x="1548" y="7073"/>
                  <a:pt x="1727" y="7001"/>
                  <a:pt x="1858" y="6942"/>
                </a:cubicBezTo>
                <a:cubicBezTo>
                  <a:pt x="1643" y="6882"/>
                  <a:pt x="1417" y="6787"/>
                  <a:pt x="1286" y="6537"/>
                </a:cubicBezTo>
                <a:cubicBezTo>
                  <a:pt x="1417" y="6620"/>
                  <a:pt x="1727" y="6716"/>
                  <a:pt x="2263" y="6287"/>
                </a:cubicBezTo>
                <a:cubicBezTo>
                  <a:pt x="2215" y="6263"/>
                  <a:pt x="2155" y="6239"/>
                  <a:pt x="2120" y="6227"/>
                </a:cubicBezTo>
                <a:cubicBezTo>
                  <a:pt x="2513" y="6120"/>
                  <a:pt x="2798" y="5954"/>
                  <a:pt x="2977" y="5585"/>
                </a:cubicBezTo>
                <a:cubicBezTo>
                  <a:pt x="2917" y="5668"/>
                  <a:pt x="2822" y="5751"/>
                  <a:pt x="2751" y="5823"/>
                </a:cubicBezTo>
                <a:cubicBezTo>
                  <a:pt x="2763" y="5763"/>
                  <a:pt x="2751" y="5704"/>
                  <a:pt x="2751" y="5632"/>
                </a:cubicBezTo>
                <a:cubicBezTo>
                  <a:pt x="2644" y="5692"/>
                  <a:pt x="2572" y="5823"/>
                  <a:pt x="2453" y="5894"/>
                </a:cubicBezTo>
                <a:cubicBezTo>
                  <a:pt x="2370" y="5954"/>
                  <a:pt x="2263" y="5989"/>
                  <a:pt x="2167" y="6061"/>
                </a:cubicBezTo>
                <a:cubicBezTo>
                  <a:pt x="2203" y="5966"/>
                  <a:pt x="2251" y="5894"/>
                  <a:pt x="2251" y="5811"/>
                </a:cubicBezTo>
                <a:cubicBezTo>
                  <a:pt x="2155" y="5906"/>
                  <a:pt x="1893" y="5656"/>
                  <a:pt x="1774" y="5715"/>
                </a:cubicBezTo>
                <a:cubicBezTo>
                  <a:pt x="1858" y="5656"/>
                  <a:pt x="1917" y="5537"/>
                  <a:pt x="1929" y="5418"/>
                </a:cubicBezTo>
                <a:cubicBezTo>
                  <a:pt x="1810" y="5418"/>
                  <a:pt x="1596" y="5430"/>
                  <a:pt x="1536" y="5430"/>
                </a:cubicBezTo>
                <a:cubicBezTo>
                  <a:pt x="1655" y="5394"/>
                  <a:pt x="1774" y="5346"/>
                  <a:pt x="1858" y="5251"/>
                </a:cubicBezTo>
                <a:cubicBezTo>
                  <a:pt x="1620" y="5215"/>
                  <a:pt x="1477" y="5073"/>
                  <a:pt x="1322" y="4858"/>
                </a:cubicBezTo>
                <a:cubicBezTo>
                  <a:pt x="1489" y="4834"/>
                  <a:pt x="1679" y="4870"/>
                  <a:pt x="1834" y="4811"/>
                </a:cubicBezTo>
                <a:cubicBezTo>
                  <a:pt x="1786" y="4763"/>
                  <a:pt x="1727" y="4715"/>
                  <a:pt x="1679" y="4692"/>
                </a:cubicBezTo>
                <a:cubicBezTo>
                  <a:pt x="1870" y="4680"/>
                  <a:pt x="2370" y="4465"/>
                  <a:pt x="2465" y="4275"/>
                </a:cubicBezTo>
                <a:cubicBezTo>
                  <a:pt x="2394" y="4227"/>
                  <a:pt x="2394" y="4156"/>
                  <a:pt x="2251" y="4168"/>
                </a:cubicBezTo>
                <a:cubicBezTo>
                  <a:pt x="2286" y="4156"/>
                  <a:pt x="2096" y="4156"/>
                  <a:pt x="2013" y="4084"/>
                </a:cubicBezTo>
                <a:cubicBezTo>
                  <a:pt x="2096" y="4061"/>
                  <a:pt x="2274" y="3930"/>
                  <a:pt x="2322" y="3846"/>
                </a:cubicBezTo>
                <a:cubicBezTo>
                  <a:pt x="1929" y="3977"/>
                  <a:pt x="1870" y="3906"/>
                  <a:pt x="1798" y="3906"/>
                </a:cubicBezTo>
                <a:cubicBezTo>
                  <a:pt x="1893" y="3882"/>
                  <a:pt x="1834" y="3882"/>
                  <a:pt x="1905" y="3870"/>
                </a:cubicBezTo>
                <a:cubicBezTo>
                  <a:pt x="1822" y="3822"/>
                  <a:pt x="1655" y="3858"/>
                  <a:pt x="1572" y="3810"/>
                </a:cubicBezTo>
                <a:cubicBezTo>
                  <a:pt x="1727" y="3846"/>
                  <a:pt x="1786" y="3691"/>
                  <a:pt x="1786" y="3691"/>
                </a:cubicBezTo>
                <a:cubicBezTo>
                  <a:pt x="1786" y="3691"/>
                  <a:pt x="1524" y="3584"/>
                  <a:pt x="1429" y="3513"/>
                </a:cubicBezTo>
                <a:cubicBezTo>
                  <a:pt x="1536" y="3549"/>
                  <a:pt x="1679" y="3525"/>
                  <a:pt x="1786" y="3465"/>
                </a:cubicBezTo>
                <a:cubicBezTo>
                  <a:pt x="1703" y="3429"/>
                  <a:pt x="2155" y="3394"/>
                  <a:pt x="2072" y="3346"/>
                </a:cubicBezTo>
                <a:cubicBezTo>
                  <a:pt x="1977" y="3310"/>
                  <a:pt x="2001" y="3168"/>
                  <a:pt x="1929" y="3096"/>
                </a:cubicBezTo>
                <a:cubicBezTo>
                  <a:pt x="2084" y="3144"/>
                  <a:pt x="2441" y="3215"/>
                  <a:pt x="2572" y="3108"/>
                </a:cubicBezTo>
                <a:cubicBezTo>
                  <a:pt x="2513" y="3096"/>
                  <a:pt x="2441" y="3084"/>
                  <a:pt x="2394" y="3072"/>
                </a:cubicBezTo>
                <a:cubicBezTo>
                  <a:pt x="2525" y="3072"/>
                  <a:pt x="2608" y="2989"/>
                  <a:pt x="2620" y="2858"/>
                </a:cubicBezTo>
                <a:cubicBezTo>
                  <a:pt x="2346" y="2918"/>
                  <a:pt x="2263" y="3013"/>
                  <a:pt x="1965" y="2906"/>
                </a:cubicBezTo>
                <a:cubicBezTo>
                  <a:pt x="2108" y="2918"/>
                  <a:pt x="2322" y="2858"/>
                  <a:pt x="2429" y="2751"/>
                </a:cubicBezTo>
                <a:cubicBezTo>
                  <a:pt x="2322" y="2775"/>
                  <a:pt x="2251" y="2715"/>
                  <a:pt x="2155" y="2691"/>
                </a:cubicBezTo>
                <a:cubicBezTo>
                  <a:pt x="2322" y="2727"/>
                  <a:pt x="2525" y="2667"/>
                  <a:pt x="2632" y="2537"/>
                </a:cubicBezTo>
                <a:cubicBezTo>
                  <a:pt x="2548" y="2560"/>
                  <a:pt x="2465" y="2513"/>
                  <a:pt x="2382" y="2537"/>
                </a:cubicBezTo>
                <a:cubicBezTo>
                  <a:pt x="2441" y="2501"/>
                  <a:pt x="2513" y="2489"/>
                  <a:pt x="2560" y="2441"/>
                </a:cubicBezTo>
                <a:cubicBezTo>
                  <a:pt x="2286" y="2453"/>
                  <a:pt x="2013" y="2429"/>
                  <a:pt x="1929" y="2179"/>
                </a:cubicBezTo>
                <a:cubicBezTo>
                  <a:pt x="2084" y="2203"/>
                  <a:pt x="2215" y="2144"/>
                  <a:pt x="2346" y="2132"/>
                </a:cubicBezTo>
                <a:cubicBezTo>
                  <a:pt x="2286" y="2120"/>
                  <a:pt x="2227" y="2084"/>
                  <a:pt x="2167" y="2060"/>
                </a:cubicBezTo>
                <a:cubicBezTo>
                  <a:pt x="2382" y="2036"/>
                  <a:pt x="2405" y="2025"/>
                  <a:pt x="2584" y="1905"/>
                </a:cubicBezTo>
                <a:cubicBezTo>
                  <a:pt x="2501" y="1894"/>
                  <a:pt x="2429" y="1858"/>
                  <a:pt x="2346" y="1834"/>
                </a:cubicBezTo>
                <a:cubicBezTo>
                  <a:pt x="2465" y="1798"/>
                  <a:pt x="2917" y="1798"/>
                  <a:pt x="2941" y="1655"/>
                </a:cubicBezTo>
                <a:cubicBezTo>
                  <a:pt x="2870" y="1655"/>
                  <a:pt x="2786" y="1667"/>
                  <a:pt x="2703" y="1667"/>
                </a:cubicBezTo>
                <a:cubicBezTo>
                  <a:pt x="2786" y="1620"/>
                  <a:pt x="2858" y="1584"/>
                  <a:pt x="2917" y="1536"/>
                </a:cubicBezTo>
                <a:cubicBezTo>
                  <a:pt x="2667" y="1536"/>
                  <a:pt x="2322" y="1560"/>
                  <a:pt x="2215" y="1370"/>
                </a:cubicBezTo>
                <a:cubicBezTo>
                  <a:pt x="2310" y="1382"/>
                  <a:pt x="2429" y="1370"/>
                  <a:pt x="2513" y="1358"/>
                </a:cubicBezTo>
                <a:cubicBezTo>
                  <a:pt x="2489" y="1346"/>
                  <a:pt x="2465" y="1298"/>
                  <a:pt x="2453" y="1286"/>
                </a:cubicBezTo>
                <a:cubicBezTo>
                  <a:pt x="2584" y="1310"/>
                  <a:pt x="2620" y="1286"/>
                  <a:pt x="2727" y="1239"/>
                </a:cubicBezTo>
                <a:cubicBezTo>
                  <a:pt x="2620" y="1239"/>
                  <a:pt x="2560" y="1179"/>
                  <a:pt x="2489" y="1143"/>
                </a:cubicBezTo>
                <a:cubicBezTo>
                  <a:pt x="2572" y="1132"/>
                  <a:pt x="2739" y="1120"/>
                  <a:pt x="2739" y="1024"/>
                </a:cubicBezTo>
                <a:cubicBezTo>
                  <a:pt x="2679" y="1072"/>
                  <a:pt x="2513" y="1024"/>
                  <a:pt x="2465" y="1013"/>
                </a:cubicBezTo>
                <a:cubicBezTo>
                  <a:pt x="2786" y="1001"/>
                  <a:pt x="2822" y="774"/>
                  <a:pt x="3001" y="691"/>
                </a:cubicBezTo>
                <a:cubicBezTo>
                  <a:pt x="2941" y="703"/>
                  <a:pt x="2870" y="691"/>
                  <a:pt x="2822" y="655"/>
                </a:cubicBezTo>
                <a:cubicBezTo>
                  <a:pt x="2870" y="632"/>
                  <a:pt x="2929" y="608"/>
                  <a:pt x="2977" y="584"/>
                </a:cubicBezTo>
                <a:cubicBezTo>
                  <a:pt x="2917" y="572"/>
                  <a:pt x="2822" y="572"/>
                  <a:pt x="2751" y="572"/>
                </a:cubicBezTo>
                <a:cubicBezTo>
                  <a:pt x="2822" y="536"/>
                  <a:pt x="2929" y="524"/>
                  <a:pt x="2989" y="465"/>
                </a:cubicBezTo>
                <a:cubicBezTo>
                  <a:pt x="3060" y="393"/>
                  <a:pt x="3060" y="251"/>
                  <a:pt x="3048" y="167"/>
                </a:cubicBezTo>
                <a:cubicBezTo>
                  <a:pt x="3048" y="120"/>
                  <a:pt x="3108" y="0"/>
                  <a:pt x="3108" y="0"/>
                </a:cubicBezTo>
                <a:lnTo>
                  <a:pt x="3108" y="131"/>
                </a:lnTo>
                <a:cubicBezTo>
                  <a:pt x="3120" y="72"/>
                  <a:pt x="3144" y="24"/>
                  <a:pt x="3156" y="0"/>
                </a:cubicBezTo>
                <a:cubicBezTo>
                  <a:pt x="3179" y="191"/>
                  <a:pt x="3120" y="1358"/>
                  <a:pt x="3465" y="1382"/>
                </a:cubicBezTo>
                <a:cubicBezTo>
                  <a:pt x="3394" y="1382"/>
                  <a:pt x="3298" y="1382"/>
                  <a:pt x="3227" y="1417"/>
                </a:cubicBezTo>
                <a:cubicBezTo>
                  <a:pt x="3275" y="1453"/>
                  <a:pt x="3298" y="1524"/>
                  <a:pt x="3346" y="1560"/>
                </a:cubicBezTo>
                <a:cubicBezTo>
                  <a:pt x="3060" y="1727"/>
                  <a:pt x="3644" y="2013"/>
                  <a:pt x="3810" y="1953"/>
                </a:cubicBezTo>
                <a:cubicBezTo>
                  <a:pt x="3691" y="2013"/>
                  <a:pt x="3572" y="2072"/>
                  <a:pt x="3453" y="2084"/>
                </a:cubicBezTo>
                <a:cubicBezTo>
                  <a:pt x="3537" y="2084"/>
                  <a:pt x="3620" y="2132"/>
                  <a:pt x="3703" y="2144"/>
                </a:cubicBezTo>
                <a:cubicBezTo>
                  <a:pt x="3620" y="2144"/>
                  <a:pt x="3525" y="2191"/>
                  <a:pt x="3441" y="2191"/>
                </a:cubicBezTo>
                <a:cubicBezTo>
                  <a:pt x="3679" y="2334"/>
                  <a:pt x="3798" y="2406"/>
                  <a:pt x="4060" y="2275"/>
                </a:cubicBezTo>
                <a:cubicBezTo>
                  <a:pt x="3929" y="2346"/>
                  <a:pt x="3798" y="2465"/>
                  <a:pt x="3644" y="2501"/>
                </a:cubicBezTo>
                <a:cubicBezTo>
                  <a:pt x="3751" y="2548"/>
                  <a:pt x="3858" y="2608"/>
                  <a:pt x="3977" y="2584"/>
                </a:cubicBezTo>
                <a:cubicBezTo>
                  <a:pt x="3918" y="2667"/>
                  <a:pt x="3798" y="2727"/>
                  <a:pt x="3715" y="2751"/>
                </a:cubicBezTo>
                <a:cubicBezTo>
                  <a:pt x="4013" y="2798"/>
                  <a:pt x="4156" y="2715"/>
                  <a:pt x="4394" y="2537"/>
                </a:cubicBezTo>
                <a:cubicBezTo>
                  <a:pt x="4346" y="2918"/>
                  <a:pt x="4001" y="3263"/>
                  <a:pt x="3679" y="3310"/>
                </a:cubicBezTo>
                <a:cubicBezTo>
                  <a:pt x="3751" y="3382"/>
                  <a:pt x="3834" y="3441"/>
                  <a:pt x="3929" y="3501"/>
                </a:cubicBezTo>
                <a:cubicBezTo>
                  <a:pt x="3822" y="3513"/>
                  <a:pt x="3739" y="3537"/>
                  <a:pt x="3632" y="3537"/>
                </a:cubicBezTo>
                <a:cubicBezTo>
                  <a:pt x="3691" y="3834"/>
                  <a:pt x="3977" y="3858"/>
                  <a:pt x="4191" y="3775"/>
                </a:cubicBezTo>
                <a:cubicBezTo>
                  <a:pt x="4072" y="3918"/>
                  <a:pt x="4049" y="4156"/>
                  <a:pt x="3882" y="4227"/>
                </a:cubicBezTo>
                <a:cubicBezTo>
                  <a:pt x="4215" y="4263"/>
                  <a:pt x="4453" y="4072"/>
                  <a:pt x="4715" y="3918"/>
                </a:cubicBezTo>
                <a:cubicBezTo>
                  <a:pt x="4846" y="4239"/>
                  <a:pt x="4406" y="4668"/>
                  <a:pt x="4215" y="4882"/>
                </a:cubicBezTo>
                <a:cubicBezTo>
                  <a:pt x="4299" y="4918"/>
                  <a:pt x="4430" y="4918"/>
                  <a:pt x="4525" y="4834"/>
                </a:cubicBezTo>
                <a:cubicBezTo>
                  <a:pt x="4465" y="5013"/>
                  <a:pt x="4239" y="5049"/>
                  <a:pt x="4096" y="5049"/>
                </a:cubicBezTo>
                <a:cubicBezTo>
                  <a:pt x="4120" y="5073"/>
                  <a:pt x="4179" y="5156"/>
                  <a:pt x="4227" y="5192"/>
                </a:cubicBezTo>
                <a:cubicBezTo>
                  <a:pt x="4049" y="5263"/>
                  <a:pt x="3751" y="5418"/>
                  <a:pt x="3572" y="5299"/>
                </a:cubicBezTo>
                <a:cubicBezTo>
                  <a:pt x="3644" y="5334"/>
                  <a:pt x="3703" y="5406"/>
                  <a:pt x="3798" y="5430"/>
                </a:cubicBezTo>
                <a:lnTo>
                  <a:pt x="3537" y="5430"/>
                </a:lnTo>
                <a:cubicBezTo>
                  <a:pt x="3644" y="5549"/>
                  <a:pt x="3775" y="5751"/>
                  <a:pt x="3918" y="5775"/>
                </a:cubicBezTo>
                <a:cubicBezTo>
                  <a:pt x="4120" y="5823"/>
                  <a:pt x="4418" y="5620"/>
                  <a:pt x="4596" y="5525"/>
                </a:cubicBezTo>
                <a:cubicBezTo>
                  <a:pt x="4584" y="5644"/>
                  <a:pt x="4525" y="5799"/>
                  <a:pt x="4418" y="5858"/>
                </a:cubicBezTo>
                <a:cubicBezTo>
                  <a:pt x="4668" y="5799"/>
                  <a:pt x="4870" y="5787"/>
                  <a:pt x="5049" y="5585"/>
                </a:cubicBezTo>
                <a:cubicBezTo>
                  <a:pt x="4953" y="6025"/>
                  <a:pt x="4763" y="6299"/>
                  <a:pt x="4430" y="6549"/>
                </a:cubicBezTo>
                <a:cubicBezTo>
                  <a:pt x="4513" y="6573"/>
                  <a:pt x="4584" y="6620"/>
                  <a:pt x="4656" y="6632"/>
                </a:cubicBezTo>
                <a:cubicBezTo>
                  <a:pt x="4477" y="6656"/>
                  <a:pt x="4299" y="6728"/>
                  <a:pt x="4120" y="6728"/>
                </a:cubicBezTo>
                <a:cubicBezTo>
                  <a:pt x="4179" y="6751"/>
                  <a:pt x="4239" y="6835"/>
                  <a:pt x="4310" y="6858"/>
                </a:cubicBezTo>
                <a:cubicBezTo>
                  <a:pt x="4108" y="6858"/>
                  <a:pt x="3929" y="6906"/>
                  <a:pt x="3739" y="6847"/>
                </a:cubicBezTo>
                <a:lnTo>
                  <a:pt x="3632" y="6847"/>
                </a:lnTo>
                <a:cubicBezTo>
                  <a:pt x="3632" y="6858"/>
                  <a:pt x="3644" y="6894"/>
                  <a:pt x="3644" y="6906"/>
                </a:cubicBezTo>
                <a:cubicBezTo>
                  <a:pt x="3775" y="6978"/>
                  <a:pt x="3953" y="7025"/>
                  <a:pt x="4132" y="7049"/>
                </a:cubicBezTo>
                <a:lnTo>
                  <a:pt x="3751" y="7049"/>
                </a:lnTo>
                <a:cubicBezTo>
                  <a:pt x="3751" y="7049"/>
                  <a:pt x="3763" y="7049"/>
                  <a:pt x="3763" y="7073"/>
                </a:cubicBezTo>
                <a:cubicBezTo>
                  <a:pt x="3834" y="7085"/>
                  <a:pt x="3918" y="7109"/>
                  <a:pt x="3977" y="7144"/>
                </a:cubicBezTo>
                <a:cubicBezTo>
                  <a:pt x="4049" y="7144"/>
                  <a:pt x="4132" y="7144"/>
                  <a:pt x="4227" y="7109"/>
                </a:cubicBezTo>
                <a:cubicBezTo>
                  <a:pt x="4191" y="7156"/>
                  <a:pt x="4156" y="7168"/>
                  <a:pt x="4108" y="7204"/>
                </a:cubicBezTo>
                <a:cubicBezTo>
                  <a:pt x="4156" y="7216"/>
                  <a:pt x="4215" y="7228"/>
                  <a:pt x="4275" y="7228"/>
                </a:cubicBezTo>
                <a:cubicBezTo>
                  <a:pt x="4489" y="7263"/>
                  <a:pt x="4763" y="7251"/>
                  <a:pt x="4941" y="7156"/>
                </a:cubicBezTo>
                <a:cubicBezTo>
                  <a:pt x="4775" y="7275"/>
                  <a:pt x="4584" y="7394"/>
                  <a:pt x="4334" y="7394"/>
                </a:cubicBezTo>
                <a:cubicBezTo>
                  <a:pt x="4513" y="7501"/>
                  <a:pt x="4703" y="7549"/>
                  <a:pt x="4930" y="7585"/>
                </a:cubicBezTo>
                <a:cubicBezTo>
                  <a:pt x="4465" y="7692"/>
                  <a:pt x="4179" y="7620"/>
                  <a:pt x="3739" y="7513"/>
                </a:cubicBezTo>
                <a:cubicBezTo>
                  <a:pt x="3929" y="7585"/>
                  <a:pt x="4132" y="7692"/>
                  <a:pt x="4299" y="7787"/>
                </a:cubicBezTo>
                <a:cubicBezTo>
                  <a:pt x="4191" y="7763"/>
                  <a:pt x="4096" y="7763"/>
                  <a:pt x="3989" y="7751"/>
                </a:cubicBezTo>
                <a:cubicBezTo>
                  <a:pt x="3941" y="7799"/>
                  <a:pt x="3894" y="7823"/>
                  <a:pt x="3834" y="7823"/>
                </a:cubicBezTo>
                <a:lnTo>
                  <a:pt x="3834" y="7823"/>
                </a:lnTo>
                <a:lnTo>
                  <a:pt x="4132" y="7823"/>
                </a:lnTo>
                <a:cubicBezTo>
                  <a:pt x="4108" y="7859"/>
                  <a:pt x="4096" y="7882"/>
                  <a:pt x="4060" y="7906"/>
                </a:cubicBezTo>
                <a:cubicBezTo>
                  <a:pt x="4156" y="7918"/>
                  <a:pt x="4239" y="7930"/>
                  <a:pt x="4334" y="7930"/>
                </a:cubicBezTo>
                <a:cubicBezTo>
                  <a:pt x="4239" y="7966"/>
                  <a:pt x="4120" y="7978"/>
                  <a:pt x="4013" y="7978"/>
                </a:cubicBezTo>
                <a:cubicBezTo>
                  <a:pt x="4227" y="8204"/>
                  <a:pt x="4930" y="8109"/>
                  <a:pt x="5192" y="8025"/>
                </a:cubicBezTo>
                <a:cubicBezTo>
                  <a:pt x="5061" y="8097"/>
                  <a:pt x="4894" y="8180"/>
                  <a:pt x="4727" y="8204"/>
                </a:cubicBezTo>
                <a:cubicBezTo>
                  <a:pt x="5049" y="8240"/>
                  <a:pt x="5608" y="8263"/>
                  <a:pt x="5834" y="8085"/>
                </a:cubicBezTo>
                <a:cubicBezTo>
                  <a:pt x="5703" y="8359"/>
                  <a:pt x="5382" y="8466"/>
                  <a:pt x="4941" y="8502"/>
                </a:cubicBezTo>
                <a:cubicBezTo>
                  <a:pt x="5049" y="8525"/>
                  <a:pt x="5180" y="8525"/>
                  <a:pt x="5299" y="8537"/>
                </a:cubicBezTo>
                <a:cubicBezTo>
                  <a:pt x="5025" y="8680"/>
                  <a:pt x="4644" y="8716"/>
                  <a:pt x="4334" y="8597"/>
                </a:cubicBezTo>
                <a:cubicBezTo>
                  <a:pt x="4513" y="8740"/>
                  <a:pt x="4882" y="8740"/>
                  <a:pt x="5072" y="8859"/>
                </a:cubicBezTo>
                <a:cubicBezTo>
                  <a:pt x="4811" y="9061"/>
                  <a:pt x="3882" y="8942"/>
                  <a:pt x="3834" y="8942"/>
                </a:cubicBezTo>
                <a:cubicBezTo>
                  <a:pt x="3906" y="8954"/>
                  <a:pt x="3989" y="9156"/>
                  <a:pt x="4537" y="9002"/>
                </a:cubicBezTo>
                <a:cubicBezTo>
                  <a:pt x="4477" y="9109"/>
                  <a:pt x="4382" y="9192"/>
                  <a:pt x="4275" y="9216"/>
                </a:cubicBezTo>
                <a:cubicBezTo>
                  <a:pt x="4501" y="9228"/>
                  <a:pt x="4703" y="9133"/>
                  <a:pt x="4930" y="9109"/>
                </a:cubicBezTo>
                <a:cubicBezTo>
                  <a:pt x="4894" y="9275"/>
                  <a:pt x="4811" y="9490"/>
                  <a:pt x="4656" y="9585"/>
                </a:cubicBezTo>
                <a:cubicBezTo>
                  <a:pt x="4822" y="9585"/>
                  <a:pt x="4989" y="9514"/>
                  <a:pt x="5132" y="9490"/>
                </a:cubicBezTo>
                <a:cubicBezTo>
                  <a:pt x="5108" y="9609"/>
                  <a:pt x="5013" y="9716"/>
                  <a:pt x="4930" y="9787"/>
                </a:cubicBezTo>
                <a:cubicBezTo>
                  <a:pt x="5096" y="9716"/>
                  <a:pt x="5311" y="10061"/>
                  <a:pt x="5418" y="9906"/>
                </a:cubicBezTo>
                <a:cubicBezTo>
                  <a:pt x="5346" y="10133"/>
                  <a:pt x="4930" y="10168"/>
                  <a:pt x="4477" y="10073"/>
                </a:cubicBezTo>
                <a:cubicBezTo>
                  <a:pt x="4477" y="10073"/>
                  <a:pt x="5049" y="10597"/>
                  <a:pt x="5632" y="10585"/>
                </a:cubicBezTo>
                <a:cubicBezTo>
                  <a:pt x="5632" y="10585"/>
                  <a:pt x="5394" y="11073"/>
                  <a:pt x="5061" y="10942"/>
                </a:cubicBezTo>
                <a:cubicBezTo>
                  <a:pt x="5156" y="11014"/>
                  <a:pt x="5275" y="11133"/>
                  <a:pt x="5346" y="11145"/>
                </a:cubicBezTo>
                <a:cubicBezTo>
                  <a:pt x="5049" y="11133"/>
                  <a:pt x="4799" y="11133"/>
                  <a:pt x="4513" y="11002"/>
                </a:cubicBezTo>
                <a:cubicBezTo>
                  <a:pt x="4584" y="11157"/>
                  <a:pt x="4715" y="11264"/>
                  <a:pt x="4870" y="11335"/>
                </a:cubicBezTo>
                <a:cubicBezTo>
                  <a:pt x="4834" y="11323"/>
                  <a:pt x="4799" y="11311"/>
                  <a:pt x="4763" y="11311"/>
                </a:cubicBezTo>
                <a:cubicBezTo>
                  <a:pt x="4977" y="11514"/>
                  <a:pt x="5192" y="11692"/>
                  <a:pt x="5358" y="11633"/>
                </a:cubicBezTo>
                <a:cubicBezTo>
                  <a:pt x="5215" y="11716"/>
                  <a:pt x="5013" y="11835"/>
                  <a:pt x="4811" y="11847"/>
                </a:cubicBezTo>
                <a:cubicBezTo>
                  <a:pt x="5180" y="11907"/>
                  <a:pt x="5846" y="11919"/>
                  <a:pt x="6120" y="11716"/>
                </a:cubicBezTo>
                <a:cubicBezTo>
                  <a:pt x="5954" y="12038"/>
                  <a:pt x="5584" y="12169"/>
                  <a:pt x="5061" y="12204"/>
                </a:cubicBezTo>
                <a:cubicBezTo>
                  <a:pt x="5192" y="12252"/>
                  <a:pt x="5346" y="12228"/>
                  <a:pt x="5477" y="12264"/>
                </a:cubicBezTo>
                <a:cubicBezTo>
                  <a:pt x="5168" y="12407"/>
                  <a:pt x="4703" y="12466"/>
                  <a:pt x="4346" y="12335"/>
                </a:cubicBezTo>
                <a:cubicBezTo>
                  <a:pt x="4572" y="12502"/>
                  <a:pt x="5001" y="12502"/>
                  <a:pt x="5227" y="12633"/>
                </a:cubicBezTo>
                <a:cubicBezTo>
                  <a:pt x="5037" y="12645"/>
                  <a:pt x="4882" y="12681"/>
                  <a:pt x="4703" y="12693"/>
                </a:cubicBezTo>
                <a:cubicBezTo>
                  <a:pt x="4060" y="12943"/>
                  <a:pt x="3560" y="12812"/>
                  <a:pt x="3215" y="12633"/>
                </a:cubicBezTo>
                <a:lnTo>
                  <a:pt x="3215" y="16312"/>
                </a:lnTo>
                <a:lnTo>
                  <a:pt x="2751" y="16312"/>
                </a:lnTo>
                <a:lnTo>
                  <a:pt x="2751" y="12442"/>
                </a:lnTo>
                <a:cubicBezTo>
                  <a:pt x="2632" y="12562"/>
                  <a:pt x="2489" y="12669"/>
                  <a:pt x="2298" y="12693"/>
                </a:cubicBezTo>
                <a:cubicBezTo>
                  <a:pt x="2429" y="12645"/>
                  <a:pt x="2513" y="12502"/>
                  <a:pt x="2513" y="12395"/>
                </a:cubicBezTo>
                <a:cubicBezTo>
                  <a:pt x="2358" y="12681"/>
                  <a:pt x="1893" y="12728"/>
                  <a:pt x="1548" y="12788"/>
                </a:cubicBezTo>
                <a:cubicBezTo>
                  <a:pt x="1620" y="12752"/>
                  <a:pt x="1703" y="12693"/>
                  <a:pt x="1715" y="12633"/>
                </a:cubicBezTo>
                <a:cubicBezTo>
                  <a:pt x="1370" y="12812"/>
                  <a:pt x="905" y="12681"/>
                  <a:pt x="572" y="12573"/>
                </a:cubicBezTo>
                <a:cubicBezTo>
                  <a:pt x="691" y="12562"/>
                  <a:pt x="786" y="12490"/>
                  <a:pt x="893" y="12431"/>
                </a:cubicBezTo>
                <a:cubicBezTo>
                  <a:pt x="703" y="12609"/>
                  <a:pt x="334" y="12490"/>
                  <a:pt x="0" y="1238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48"/>
          <p:cNvSpPr/>
          <p:nvPr/>
        </p:nvSpPr>
        <p:spPr>
          <a:xfrm>
            <a:off x="6522400" y="3145527"/>
            <a:ext cx="760522" cy="2330759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1" name="Google Shape;341;p48"/>
          <p:cNvSpPr txBox="1"/>
          <p:nvPr>
            <p:ph type="subTitle" idx="4"/>
          </p:nvPr>
        </p:nvSpPr>
        <p:spPr>
          <a:xfrm>
            <a:off x="713105" y="1760855"/>
            <a:ext cx="5756910" cy="29711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Разработать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структуру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навигацию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сайта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Реализовать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каталог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популярных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горных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вершин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характеристиками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Создать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визуально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удобную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страницу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советов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подбору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снаряжения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Реализовать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систему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учёта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личных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восхождений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с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возможностью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добавления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,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редактирования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удаления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записей</a:t>
            </a:r>
            <a:endParaRPr lang="en-US" altLang="en-US">
              <a:uFill>
                <a:noFill/>
              </a:uFill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Обеспечить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удобство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понятность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интерфейса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для</a:t>
            </a:r>
            <a:r>
              <a:rPr lang="en-US" altLang="ru-RU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 </a:t>
            </a:r>
            <a:r>
              <a:rPr lang="en-US" altLang="en-US">
                <a:uFill>
                  <a:noFill/>
                </a:uFill>
                <a:latin typeface="Calibri" panose="020F0502020204030204" charset="0"/>
                <a:cs typeface="Calibri" panose="020F0502020204030204" charset="0"/>
                <a:sym typeface="+mn-ea"/>
              </a:rPr>
              <a:t>пользователя</a:t>
            </a:r>
            <a:endParaRPr lang="en-US" altLang="en-US"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76"/>
          <p:cNvSpPr/>
          <p:nvPr/>
        </p:nvSpPr>
        <p:spPr>
          <a:xfrm>
            <a:off x="4833600" y="2762885"/>
            <a:ext cx="6907450" cy="2792901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8" name="Google Shape;938;p76"/>
          <p:cNvSpPr/>
          <p:nvPr/>
        </p:nvSpPr>
        <p:spPr>
          <a:xfrm flipH="1">
            <a:off x="267841" y="116444"/>
            <a:ext cx="2075541" cy="370443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6" name="Google Shape;936;p76"/>
          <p:cNvSpPr/>
          <p:nvPr/>
        </p:nvSpPr>
        <p:spPr>
          <a:xfrm>
            <a:off x="54032" y="4301030"/>
            <a:ext cx="9440529" cy="192762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934" name="Google Shape;934;p76"/>
          <p:cNvSpPr txBox="1"/>
          <p:nvPr>
            <p:ph type="body" idx="1"/>
          </p:nvPr>
        </p:nvSpPr>
        <p:spPr>
          <a:xfrm>
            <a:off x="711200" y="977900"/>
            <a:ext cx="7722235" cy="43472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Основные</a:t>
            </a:r>
            <a:r>
              <a:rPr lang="en-GB" sz="25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:</a:t>
            </a:r>
            <a:endParaRPr sz="2500">
              <a:latin typeface="Calibri" panose="020F0502020204030204" charset="0"/>
              <a:ea typeface="Playfair Display ExtraBold"/>
              <a:cs typeface="Calibri" panose="020F0502020204030204" charset="0"/>
              <a:sym typeface="Playfair Display ExtraBold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HTML 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разметка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структура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страниц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сайта</a:t>
            </a:r>
            <a:endParaRPr lang="en-US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CSS 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стилизация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интерфейса</a:t>
            </a:r>
            <a:r>
              <a:rPr lang="ru-RU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дизайн, анимации</a:t>
            </a:r>
            <a:endParaRPr lang="en-US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JavaScript 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реализация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интерактивности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логики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приложения</a:t>
            </a:r>
            <a:endParaRPr lang="en-US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x-none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IndexedDB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—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хранение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данных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о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восхождениях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браузере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пользователя</a:t>
            </a:r>
            <a:endParaRPr sz="1400"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altLang="en-GB" sz="24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Дополнительно</a:t>
            </a:r>
            <a:r>
              <a:rPr lang="en-GB" sz="2800">
                <a:latin typeface="Calibri" panose="020F0502020204030204" charset="0"/>
                <a:ea typeface="Playfair Display ExtraBold"/>
                <a:cs typeface="Calibri" panose="020F0502020204030204" charset="0"/>
                <a:sym typeface="Playfair Display ExtraBold"/>
              </a:rPr>
              <a:t>:</a:t>
            </a:r>
            <a:endParaRPr sz="2800">
              <a:latin typeface="Calibri" panose="020F0502020204030204" charset="0"/>
              <a:ea typeface="Playfair Display ExtraBold"/>
              <a:cs typeface="Calibri" panose="020F0502020204030204" charset="0"/>
              <a:sym typeface="Playfair Display ExtraBold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ru-RU" sz="1400">
                <a:latin typeface="Calibri" panose="020F0502020204030204" charset="0"/>
                <a:cs typeface="Calibri" panose="020F0502020204030204" charset="0"/>
                <a:sym typeface="+mn-ea"/>
              </a:rPr>
              <a:t>Git — </a:t>
            </a:r>
            <a:r>
              <a:rPr lang="ru-RU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система контроля версий</a:t>
            </a:r>
            <a:endParaRPr lang="ru-RU" altLang="en-US" sz="1400"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-US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Github Pages </a:t>
            </a:r>
            <a:r>
              <a:rPr lang="en-US" altLang="ru-RU" sz="1400">
                <a:latin typeface="Calibri" panose="020F0502020204030204" charset="0"/>
                <a:cs typeface="Calibri" panose="020F0502020204030204" charset="0"/>
                <a:sym typeface="+mn-ea"/>
              </a:rPr>
              <a:t>— </a:t>
            </a:r>
            <a:r>
              <a:rPr lang="ru-RU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сервис развертки </a:t>
            </a:r>
            <a:r>
              <a:rPr lang="en-US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web-</a:t>
            </a:r>
            <a:r>
              <a:rPr lang="ru-RU" altLang="en-US" sz="1400">
                <a:latin typeface="Calibri" panose="020F0502020204030204" charset="0"/>
                <a:cs typeface="Calibri" panose="020F0502020204030204" charset="0"/>
                <a:sym typeface="+mn-ea"/>
              </a:rPr>
              <a:t>страниц</a:t>
            </a:r>
            <a:endParaRPr lang="en-US" altLang="en-US" sz="1400">
              <a:latin typeface="Calibri" panose="020F0502020204030204" charset="0"/>
              <a:cs typeface="Calibri" panose="020F0502020204030204" charset="0"/>
              <a:sym typeface="+mn-ea"/>
            </a:endParaRPr>
          </a:p>
        </p:txBody>
      </p:sp>
      <p:sp>
        <p:nvSpPr>
          <p:cNvPr id="933" name="Google Shape;933;p76"/>
          <p:cNvSpPr txBox="1"/>
          <p:nvPr>
            <p:ph type="title"/>
          </p:nvPr>
        </p:nvSpPr>
        <p:spPr>
          <a:xfrm>
            <a:off x="710850" y="11609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Использованные технологии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37" name="Google Shape;937;p76"/>
          <p:cNvSpPr/>
          <p:nvPr/>
        </p:nvSpPr>
        <p:spPr>
          <a:xfrm>
            <a:off x="7570495" y="1516456"/>
            <a:ext cx="1183589" cy="3627328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"/>
          <p:cNvSpPr/>
          <p:nvPr/>
        </p:nvSpPr>
        <p:spPr>
          <a:xfrm>
            <a:off x="8269952" y="1960623"/>
            <a:ext cx="942467" cy="3042867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4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Структура сайта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graphicFrame>
        <p:nvGraphicFramePr>
          <p:cNvPr id="228" name="Google Shape;228;p41"/>
          <p:cNvGraphicFramePr/>
          <p:nvPr/>
        </p:nvGraphicFramePr>
        <p:xfrm>
          <a:off x="701793" y="1655218"/>
          <a:ext cx="7713175" cy="3000000"/>
        </p:xfrm>
        <a:graphic>
          <a:graphicData uri="http://schemas.openxmlformats.org/drawingml/2006/table">
            <a:tbl>
              <a:tblPr>
                <a:noFill/>
                <a:tableStyleId>{D5286890-67AF-43D7-825F-F43D800890D5}</a:tableStyleId>
              </a:tblPr>
              <a:tblGrid>
                <a:gridCol w="2876900"/>
                <a:gridCol w="4836275"/>
              </a:tblGrid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Главная страница</a:t>
                      </a:r>
                      <a:endParaRPr lang="ru-RU" altLang="en-GB" sz="1200" b="1">
                        <a:solidFill>
                          <a:schemeClr val="dk1"/>
                        </a:solidFill>
                        <a:uFill>
                          <a:noFill/>
                        </a:u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Выполняет роль лэндинга, на ней презентованы основные функции сайта и удобные ссылки для перехода на другие страницы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Каталог вершин</a:t>
                      </a:r>
                      <a:endParaRPr lang="ru-RU" altLang="en-GB" sz="1200" b="1">
                        <a:solidFill>
                          <a:schemeClr val="dk1"/>
                        </a:solid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Содержит стильные карточки с фотографиями и описаниями популярных вершин для восхождения, а иноформацию о высоте, сложности и местоположении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Сетка советов для снаряжения</a:t>
                      </a:r>
                      <a:endParaRPr lang="ru-RU" altLang="en-GB" sz="1200" b="1">
                        <a:solidFill>
                          <a:schemeClr val="dk1"/>
                        </a:solidFill>
                        <a:uFill>
                          <a:noFill/>
                        </a:u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x-none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W</a:t>
                      </a:r>
                      <a:r>
                        <a:rPr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iki-интерфейс с тематической навигацией и карточками материалов по выбору экипировки для восхождений. </a:t>
                      </a:r>
                      <a:endParaRPr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Страница записей восхождений</a:t>
                      </a:r>
                      <a:endParaRPr lang="ru-RU" altLang="en-GB" sz="1200" b="1">
                        <a:solidFill>
                          <a:schemeClr val="dk1"/>
                        </a:solidFill>
                        <a:uFill>
                          <a:noFill/>
                        </a:u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Позволяет просматривать свои восхождения в виде компактных карточек, при нажатии открывается детальный просмотр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 b="1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Calibri" panose="020F0502020204030204" charset="0"/>
                          <a:ea typeface="Playfair Display"/>
                          <a:cs typeface="Calibri" panose="020F0502020204030204" charset="0"/>
                          <a:sym typeface="Playfair Display"/>
                        </a:rPr>
                        <a:t>Формы добавления и редактирования</a:t>
                      </a:r>
                      <a:endParaRPr lang="ru-RU" altLang="en-GB" sz="1200" b="1">
                        <a:solidFill>
                          <a:schemeClr val="dk1"/>
                        </a:solidFill>
                        <a:latin typeface="Calibri" panose="020F0502020204030204" charset="0"/>
                        <a:ea typeface="Playfair Display"/>
                        <a:cs typeface="Calibri" panose="020F0502020204030204" charset="0"/>
                        <a:sym typeface="Playfair Display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GB" sz="1200">
                          <a:solidFill>
                            <a:schemeClr val="dk1"/>
                          </a:solidFill>
                          <a:latin typeface="Calibri" panose="020F0502020204030204" charset="0"/>
                          <a:ea typeface="Open Sans"/>
                          <a:cs typeface="Calibri" panose="020F0502020204030204" charset="0"/>
                          <a:sym typeface="Open Sans"/>
                        </a:rPr>
                        <a:t>Позволяют добавлять и редактировать отдельные записи восхождений, указывать подробную информацию и фото для карточки</a:t>
                      </a:r>
                      <a:endParaRPr lang="ru-RU" altLang="en-GB" sz="1200">
                        <a:solidFill>
                          <a:schemeClr val="dk1"/>
                        </a:solidFill>
                        <a:latin typeface="Calibri" panose="020F0502020204030204" charset="0"/>
                        <a:ea typeface="Open Sans"/>
                        <a:cs typeface="Calibri" panose="020F0502020204030204" charset="0"/>
                        <a:sym typeface="Open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29" name="Google Shape;229;p41"/>
          <p:cNvSpPr txBox="1"/>
          <p:nvPr/>
        </p:nvSpPr>
        <p:spPr>
          <a:xfrm>
            <a:off x="701935" y="1322419"/>
            <a:ext cx="77040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 sz="1200">
                <a:solidFill>
                  <a:schemeClr val="dk1"/>
                </a:solidFill>
                <a:latin typeface="Calibri" panose="020F0502020204030204" charset="0"/>
                <a:ea typeface="Open Sans"/>
                <a:cs typeface="Calibri" panose="020F0502020204030204" charset="0"/>
                <a:sym typeface="Open Sans"/>
              </a:rPr>
              <a:t>Многостраничный сайт соответсвует следующей структуре:</a:t>
            </a:r>
            <a:endParaRPr lang="ru-RU" altLang="en-GB" sz="1200">
              <a:solidFill>
                <a:schemeClr val="dk1"/>
              </a:solidFill>
              <a:latin typeface="Calibri" panose="020F0502020204030204" charset="0"/>
              <a:ea typeface="Open Sans"/>
              <a:cs typeface="Calibri" panose="020F0502020204030204" charset="0"/>
              <a:sym typeface="Open Sans"/>
            </a:endParaRPr>
          </a:p>
        </p:txBody>
      </p:sp>
      <p:sp>
        <p:nvSpPr>
          <p:cNvPr id="232" name="Google Shape;232;p41"/>
          <p:cNvSpPr/>
          <p:nvPr/>
        </p:nvSpPr>
        <p:spPr>
          <a:xfrm>
            <a:off x="-2395500" y="193255"/>
            <a:ext cx="3611418" cy="644567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3" name="Google Shape;233;p41"/>
          <p:cNvSpPr/>
          <p:nvPr/>
        </p:nvSpPr>
        <p:spPr>
          <a:xfrm>
            <a:off x="7800038" y="1017725"/>
            <a:ext cx="1882300" cy="360975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"/>
          <p:cNvSpPr/>
          <p:nvPr/>
        </p:nvSpPr>
        <p:spPr>
          <a:xfrm>
            <a:off x="8269952" y="1960623"/>
            <a:ext cx="942467" cy="3042867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4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>
                <a:latin typeface="Calibri" panose="020F0502020204030204" charset="0"/>
                <a:cs typeface="Calibri" panose="020F0502020204030204" charset="0"/>
              </a:rPr>
              <a:t>Схема архитектуры сайта</a:t>
            </a:r>
            <a:endParaRPr lang="x-none" altLang="ru-RU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232" name="Google Shape;232;p41"/>
          <p:cNvSpPr/>
          <p:nvPr/>
        </p:nvSpPr>
        <p:spPr>
          <a:xfrm>
            <a:off x="-2395500" y="193255"/>
            <a:ext cx="3611418" cy="644567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3" name="Google Shape;233;p41"/>
          <p:cNvSpPr/>
          <p:nvPr/>
        </p:nvSpPr>
        <p:spPr>
          <a:xfrm>
            <a:off x="7800038" y="1017725"/>
            <a:ext cx="1882300" cy="360975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9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4410" y="1182370"/>
            <a:ext cx="4614545" cy="36360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1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Реализация ключевых страниц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2" name="Замещающая рамка рисунка 1"/>
          <p:cNvPicPr>
            <a:picLocks noChangeAspect="1"/>
          </p:cNvPicPr>
          <p:nvPr>
            <p:ph type="pic" idx="2"/>
          </p:nvPr>
        </p:nvPicPr>
        <p:blipFill>
          <a:blip r:embed="rId1"/>
          <a:srcRect l="4813" r="4813"/>
          <a:stretch>
            <a:fillRect/>
          </a:stretch>
        </p:blipFill>
        <p:spPr>
          <a:xfrm>
            <a:off x="4377690" y="959485"/>
            <a:ext cx="4410075" cy="248094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" y="2475865"/>
            <a:ext cx="4593590" cy="231457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924" name="Google Shape;924;p75"/>
          <p:cNvSpPr txBox="1"/>
          <p:nvPr>
            <p:ph type="body" idx="1"/>
          </p:nvPr>
        </p:nvSpPr>
        <p:spPr>
          <a:xfrm>
            <a:off x="2367280" y="959485"/>
            <a:ext cx="1905000" cy="4660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Главная страница</a:t>
            </a:r>
            <a:endParaRPr lang="ru-RU" altLang="en-US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5" name="Google Shape;924;p75"/>
          <p:cNvSpPr txBox="1"/>
          <p:nvPr/>
        </p:nvSpPr>
        <p:spPr>
          <a:xfrm>
            <a:off x="608330" y="2005330"/>
            <a:ext cx="3056255" cy="38925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Секция возможностей сайта</a:t>
            </a:r>
            <a:endParaRPr lang="ru-RU" altLang="en-US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" name="Google Shape;924;p75"/>
          <p:cNvSpPr txBox="1"/>
          <p:nvPr/>
        </p:nvSpPr>
        <p:spPr>
          <a:xfrm>
            <a:off x="1201420" y="697865"/>
            <a:ext cx="6740525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Элементы реагируют на взаимодейтсвия пользователя</a:t>
            </a:r>
            <a:endParaRPr lang="x-none" alt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2" name="Изображение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790" y="1320800"/>
            <a:ext cx="3520440" cy="216344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0" name="Замещающая рамка рисунка 9"/>
          <p:cNvPicPr>
            <a:picLocks noChangeAspect="1"/>
          </p:cNvPicPr>
          <p:nvPr>
            <p:ph type="pic" idx="2"/>
          </p:nvPr>
        </p:nvPicPr>
        <p:blipFill>
          <a:blip r:embed="rId2"/>
          <a:srcRect l="1119" r="1536" b="19620"/>
          <a:stretch>
            <a:fillRect/>
          </a:stretch>
        </p:blipFill>
        <p:spPr>
          <a:xfrm>
            <a:off x="4298315" y="1320800"/>
            <a:ext cx="2580640" cy="105219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12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>
                <a:latin typeface="Calibri" panose="020F0502020204030204" charset="0"/>
                <a:cs typeface="Calibri" panose="020F0502020204030204" charset="0"/>
              </a:rPr>
              <a:t>Responsive дизайн </a:t>
            </a: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страниц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3" name="Изображение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040" y="1793875"/>
            <a:ext cx="1323975" cy="42862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4" name="Изображение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040" y="1320800"/>
            <a:ext cx="1323975" cy="400050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5" name="Изображение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6750" y="2520315"/>
            <a:ext cx="2217420" cy="16554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" name="Замещающая рамка рисунка 2"/>
          <p:cNvPicPr>
            <a:picLocks noChangeAspect="1"/>
          </p:cNvPicPr>
          <p:nvPr>
            <p:ph type="pic" idx="2"/>
          </p:nvPr>
        </p:nvPicPr>
        <p:blipFill>
          <a:blip r:embed="rId1"/>
          <a:srcRect l="4571" r="4571"/>
          <a:stretch>
            <a:fillRect/>
          </a:stretch>
        </p:blipFill>
        <p:spPr>
          <a:xfrm>
            <a:off x="579120" y="1188720"/>
            <a:ext cx="4438650" cy="2496820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6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>
                <a:latin typeface="Calibri" panose="020F0502020204030204" charset="0"/>
                <a:cs typeface="Calibri" panose="020F0502020204030204" charset="0"/>
              </a:rPr>
              <a:t>Каталог вершин</a:t>
            </a:r>
            <a:endParaRPr lang="x-none" altLang="ru-RU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750" y="3608070"/>
            <a:ext cx="2519680" cy="883920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8" name="Изображение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750" y="1188720"/>
            <a:ext cx="3038475" cy="231965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1" name="Google Shape;924;p75"/>
          <p:cNvSpPr txBox="1"/>
          <p:nvPr/>
        </p:nvSpPr>
        <p:spPr>
          <a:xfrm>
            <a:off x="1201420" y="697865"/>
            <a:ext cx="6740525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Информация о популярных пиках</a:t>
            </a:r>
            <a:endParaRPr lang="x-none" alt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>
                <a:latin typeface="Calibri" panose="020F0502020204030204" charset="0"/>
                <a:cs typeface="Calibri" panose="020F0502020204030204" charset="0"/>
              </a:rPr>
              <a:t>С</a:t>
            </a: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траниц</a:t>
            </a:r>
            <a:r>
              <a:rPr lang="x-none" altLang="ru-RU">
                <a:latin typeface="Calibri" panose="020F0502020204030204" charset="0"/>
                <a:cs typeface="Calibri" panose="020F0502020204030204" charset="0"/>
              </a:rPr>
              <a:t>а Wiki-советов</a:t>
            </a:r>
            <a:endParaRPr lang="x-none" altLang="ru-RU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2" name="Picture Placeholder 1"/>
          <p:cNvPicPr>
            <a:picLocks noChangeAspect="1"/>
          </p:cNvPicPr>
          <p:nvPr>
            <p:ph type="pic" idx="2"/>
          </p:nvPr>
        </p:nvPicPr>
        <p:blipFill>
          <a:blip r:embed="rId1"/>
          <a:stretch>
            <a:fillRect/>
          </a:stretch>
        </p:blipFill>
        <p:spPr>
          <a:xfrm>
            <a:off x="1441450" y="1229995"/>
            <a:ext cx="6260465" cy="2945765"/>
          </a:xfrm>
          <a:prstGeom prst="rect">
            <a:avLst/>
          </a:prstGeom>
        </p:spPr>
      </p:pic>
      <p:sp>
        <p:nvSpPr>
          <p:cNvPr id="1" name="Google Shape;924;p75"/>
          <p:cNvSpPr txBox="1"/>
          <p:nvPr/>
        </p:nvSpPr>
        <p:spPr>
          <a:xfrm>
            <a:off x="1201420" y="697865"/>
            <a:ext cx="6740525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База советов для новчикой хайкинга</a:t>
            </a:r>
            <a:endParaRPr lang="x-none" alt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" name="Замещающая рамка рисунка 6"/>
          <p:cNvPicPr>
            <a:picLocks noChangeAspect="1"/>
          </p:cNvPicPr>
          <p:nvPr>
            <p:ph type="pic" idx="2"/>
          </p:nvPr>
        </p:nvPicPr>
        <p:blipFill>
          <a:blip r:embed="rId1"/>
          <a:srcRect/>
          <a:stretch>
            <a:fillRect/>
          </a:stretch>
        </p:blipFill>
        <p:spPr>
          <a:xfrm>
            <a:off x="367030" y="1155065"/>
            <a:ext cx="4751070" cy="2428240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9" name="Google Shape;351;p49"/>
          <p:cNvSpPr txBox="1"/>
          <p:nvPr>
            <p:ph type="title"/>
          </p:nvPr>
        </p:nvSpPr>
        <p:spPr>
          <a:xfrm>
            <a:off x="1266190" y="33655"/>
            <a:ext cx="6611620" cy="66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>
                <a:latin typeface="Calibri" panose="020F0502020204030204" charset="0"/>
                <a:cs typeface="Calibri" panose="020F0502020204030204" charset="0"/>
              </a:rPr>
              <a:t>Дневник восхождений</a:t>
            </a:r>
            <a:endParaRPr lang="x-none" altLang="ru-RU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1" name="Изображение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610" y="3695065"/>
            <a:ext cx="2396490" cy="655955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2" name="Изображение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030" y="3695065"/>
            <a:ext cx="2186305" cy="640080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35" y="1133475"/>
            <a:ext cx="2733675" cy="3244215"/>
          </a:xfrm>
          <a:prstGeom prst="rect">
            <a:avLst/>
          </a:prstGeom>
        </p:spPr>
      </p:pic>
      <p:sp>
        <p:nvSpPr>
          <p:cNvPr id="5" name="Google Shape;924;p75"/>
          <p:cNvSpPr txBox="1"/>
          <p:nvPr/>
        </p:nvSpPr>
        <p:spPr>
          <a:xfrm>
            <a:off x="1201420" y="697865"/>
            <a:ext cx="6740525" cy="34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x-none" altLang="ru-RU" sz="18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Записи всех восхождений в одном месте</a:t>
            </a:r>
            <a:endParaRPr lang="x-none" altLang="ru-RU" sz="18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9"/>
          <p:cNvSpPr/>
          <p:nvPr/>
        </p:nvSpPr>
        <p:spPr>
          <a:xfrm>
            <a:off x="-1863793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49"/>
          <p:cNvSpPr/>
          <p:nvPr/>
        </p:nvSpPr>
        <p:spPr>
          <a:xfrm flipH="1">
            <a:off x="4125982" y="3172950"/>
            <a:ext cx="6881668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4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49"/>
          <p:cNvSpPr/>
          <p:nvPr/>
        </p:nvSpPr>
        <p:spPr>
          <a:xfrm>
            <a:off x="-449176" y="1793851"/>
            <a:ext cx="1340501" cy="338408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49"/>
          <p:cNvSpPr/>
          <p:nvPr/>
        </p:nvSpPr>
        <p:spPr>
          <a:xfrm>
            <a:off x="8322275" y="1481201"/>
            <a:ext cx="1383228" cy="3491952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49"/>
          <p:cNvSpPr/>
          <p:nvPr/>
        </p:nvSpPr>
        <p:spPr>
          <a:xfrm flipH="1">
            <a:off x="-1415066" y="83230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49"/>
          <p:cNvSpPr/>
          <p:nvPr/>
        </p:nvSpPr>
        <p:spPr>
          <a:xfrm>
            <a:off x="7776525" y="1804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2" name="Замещающая рамка рисунка 0"/>
          <p:cNvPicPr>
            <a:picLocks noChangeAspect="1"/>
          </p:cNvPicPr>
          <p:nvPr>
            <p:ph type="pic" idx="2"/>
          </p:nvPr>
        </p:nvPicPr>
        <p:blipFill>
          <a:blip r:embed="rId1"/>
          <a:srcRect/>
          <a:stretch>
            <a:fillRect/>
          </a:stretch>
        </p:blipFill>
        <p:spPr>
          <a:xfrm>
            <a:off x="565785" y="1206500"/>
            <a:ext cx="3378835" cy="341820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4" name="Google Shape;351;p49"/>
          <p:cNvSpPr txBox="1"/>
          <p:nvPr>
            <p:ph type="title"/>
          </p:nvPr>
        </p:nvSpPr>
        <p:spPr>
          <a:xfrm>
            <a:off x="116840" y="259715"/>
            <a:ext cx="8910955" cy="5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>
                  <a:gsLst>
                    <a:gs pos="0">
                      <a:schemeClr val="accent2"/>
                    </a:gs>
                    <a:gs pos="100000">
                      <a:schemeClr val="dk2"/>
                    </a:gs>
                  </a:gsLst>
                  <a:lin ang="5400700" scaled="0"/>
                </a:gradFill>
              </a14:hiddenFill>
            </a:ext>
          </a:ex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Формы редактирования и добавления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7770" y="1206500"/>
            <a:ext cx="3352165" cy="3417570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75"/>
          <p:cNvSpPr/>
          <p:nvPr/>
        </p:nvSpPr>
        <p:spPr>
          <a:xfrm>
            <a:off x="-101024" y="2802397"/>
            <a:ext cx="2223069" cy="39677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9" name="Google Shape;919;p75"/>
          <p:cNvSpPr/>
          <p:nvPr/>
        </p:nvSpPr>
        <p:spPr>
          <a:xfrm flipH="1">
            <a:off x="6980117" y="2122500"/>
            <a:ext cx="3101486" cy="55351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0" name="Google Shape;920;p75"/>
          <p:cNvSpPr/>
          <p:nvPr/>
        </p:nvSpPr>
        <p:spPr>
          <a:xfrm flipH="1">
            <a:off x="4211290" y="1787376"/>
            <a:ext cx="4926110" cy="2504204"/>
          </a:xfrm>
          <a:custGeom>
            <a:avLst/>
            <a:gdLst/>
            <a:ahLst/>
            <a:cxnLst/>
            <a:rect l="l" t="t" r="r" b="b"/>
            <a:pathLst>
              <a:path w="155631" h="57311" extrusionOk="0">
                <a:moveTo>
                  <a:pt x="1" y="0"/>
                </a:moveTo>
                <a:lnTo>
                  <a:pt x="1" y="57310"/>
                </a:lnTo>
                <a:lnTo>
                  <a:pt x="155631" y="57310"/>
                </a:lnTo>
                <a:cubicBezTo>
                  <a:pt x="155631" y="57310"/>
                  <a:pt x="127175" y="53900"/>
                  <a:pt x="122676" y="52435"/>
                </a:cubicBezTo>
                <a:cubicBezTo>
                  <a:pt x="118157" y="50970"/>
                  <a:pt x="82649" y="32767"/>
                  <a:pt x="79804" y="31449"/>
                </a:cubicBezTo>
                <a:cubicBezTo>
                  <a:pt x="77095" y="30194"/>
                  <a:pt x="59452" y="28295"/>
                  <a:pt x="57449" y="28295"/>
                </a:cubicBezTo>
                <a:cubicBezTo>
                  <a:pt x="57347" y="28295"/>
                  <a:pt x="57286" y="28300"/>
                  <a:pt x="57269" y="28310"/>
                </a:cubicBezTo>
                <a:cubicBezTo>
                  <a:pt x="57260" y="28315"/>
                  <a:pt x="57250" y="28317"/>
                  <a:pt x="57240" y="28317"/>
                </a:cubicBezTo>
                <a:cubicBezTo>
                  <a:pt x="56800" y="28317"/>
                  <a:pt x="55222" y="24165"/>
                  <a:pt x="54632" y="24165"/>
                </a:cubicBezTo>
                <a:cubicBezTo>
                  <a:pt x="54625" y="24165"/>
                  <a:pt x="54618" y="24166"/>
                  <a:pt x="54612" y="24167"/>
                </a:cubicBezTo>
                <a:cubicBezTo>
                  <a:pt x="54273" y="24228"/>
                  <a:pt x="53900" y="24288"/>
                  <a:pt x="53589" y="24288"/>
                </a:cubicBezTo>
                <a:cubicBezTo>
                  <a:pt x="53361" y="24288"/>
                  <a:pt x="53166" y="24256"/>
                  <a:pt x="53042" y="24167"/>
                </a:cubicBezTo>
                <a:cubicBezTo>
                  <a:pt x="52770" y="23958"/>
                  <a:pt x="52373" y="22096"/>
                  <a:pt x="51661" y="21426"/>
                </a:cubicBezTo>
                <a:cubicBezTo>
                  <a:pt x="51016" y="20761"/>
                  <a:pt x="47789" y="19475"/>
                  <a:pt x="46749" y="19475"/>
                </a:cubicBezTo>
                <a:cubicBezTo>
                  <a:pt x="46709" y="19475"/>
                  <a:pt x="46673" y="19476"/>
                  <a:pt x="46640" y="19480"/>
                </a:cubicBezTo>
                <a:cubicBezTo>
                  <a:pt x="45761" y="19585"/>
                  <a:pt x="42309" y="20778"/>
                  <a:pt x="41702" y="21824"/>
                </a:cubicBezTo>
                <a:cubicBezTo>
                  <a:pt x="41605" y="21996"/>
                  <a:pt x="41371" y="22116"/>
                  <a:pt x="40968" y="22116"/>
                </a:cubicBezTo>
                <a:cubicBezTo>
                  <a:pt x="40147" y="22116"/>
                  <a:pt x="38627" y="21617"/>
                  <a:pt x="36157" y="20045"/>
                </a:cubicBezTo>
                <a:cubicBezTo>
                  <a:pt x="29378" y="15756"/>
                  <a:pt x="28855" y="12868"/>
                  <a:pt x="19334" y="8893"/>
                </a:cubicBezTo>
                <a:cubicBezTo>
                  <a:pt x="18728" y="8642"/>
                  <a:pt x="16468" y="6382"/>
                  <a:pt x="15798" y="5985"/>
                </a:cubicBezTo>
                <a:cubicBezTo>
                  <a:pt x="15755" y="5959"/>
                  <a:pt x="15689" y="5948"/>
                  <a:pt x="15603" y="5948"/>
                </a:cubicBezTo>
                <a:cubicBezTo>
                  <a:pt x="14400" y="5948"/>
                  <a:pt x="9299" y="8249"/>
                  <a:pt x="7952" y="8600"/>
                </a:cubicBezTo>
                <a:cubicBezTo>
                  <a:pt x="7241" y="8799"/>
                  <a:pt x="5609" y="8898"/>
                  <a:pt x="4105" y="8898"/>
                </a:cubicBezTo>
                <a:cubicBezTo>
                  <a:pt x="2601" y="8898"/>
                  <a:pt x="1225" y="8799"/>
                  <a:pt x="1026" y="8600"/>
                </a:cubicBezTo>
                <a:cubicBezTo>
                  <a:pt x="629" y="8223"/>
                  <a:pt x="1947" y="6654"/>
                  <a:pt x="1821" y="5733"/>
                </a:cubicBezTo>
                <a:cubicBezTo>
                  <a:pt x="1675" y="4813"/>
                  <a:pt x="43" y="1423"/>
                  <a:pt x="419" y="419"/>
                </a:cubicBezTo>
                <a:cubicBezTo>
                  <a:pt x="482" y="293"/>
                  <a:pt x="315" y="126"/>
                  <a:pt x="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1" name="Google Shape;921;p75"/>
          <p:cNvSpPr/>
          <p:nvPr/>
        </p:nvSpPr>
        <p:spPr>
          <a:xfrm>
            <a:off x="1575675" y="3014075"/>
            <a:ext cx="4881000" cy="1670700"/>
          </a:xfrm>
          <a:custGeom>
            <a:avLst/>
            <a:gdLst/>
            <a:ahLst/>
            <a:cxnLst/>
            <a:rect l="l" t="t" r="r" b="b"/>
            <a:pathLst>
              <a:path w="195240" h="66828" extrusionOk="0">
                <a:moveTo>
                  <a:pt x="123857" y="0"/>
                </a:moveTo>
                <a:cubicBezTo>
                  <a:pt x="122153" y="0"/>
                  <a:pt x="117283" y="3189"/>
                  <a:pt x="114453" y="4433"/>
                </a:cubicBezTo>
                <a:cubicBezTo>
                  <a:pt x="111503" y="5772"/>
                  <a:pt x="89951" y="10354"/>
                  <a:pt x="88026" y="11233"/>
                </a:cubicBezTo>
                <a:cubicBezTo>
                  <a:pt x="86122" y="12133"/>
                  <a:pt x="77104" y="22176"/>
                  <a:pt x="75200" y="22302"/>
                </a:cubicBezTo>
                <a:cubicBezTo>
                  <a:pt x="73275" y="22448"/>
                  <a:pt x="60575" y="24373"/>
                  <a:pt x="55699" y="25838"/>
                </a:cubicBezTo>
                <a:cubicBezTo>
                  <a:pt x="52749" y="26717"/>
                  <a:pt x="23038" y="41426"/>
                  <a:pt x="1" y="52934"/>
                </a:cubicBezTo>
                <a:lnTo>
                  <a:pt x="1" y="66639"/>
                </a:lnTo>
                <a:cubicBezTo>
                  <a:pt x="59233" y="66681"/>
                  <a:pt x="194127" y="66827"/>
                  <a:pt x="195236" y="66827"/>
                </a:cubicBezTo>
                <a:lnTo>
                  <a:pt x="195235" y="66827"/>
                </a:lnTo>
                <a:cubicBezTo>
                  <a:pt x="193822" y="66785"/>
                  <a:pt x="160505" y="17907"/>
                  <a:pt x="159334" y="17406"/>
                </a:cubicBezTo>
                <a:cubicBezTo>
                  <a:pt x="158141" y="16924"/>
                  <a:pt x="144123" y="13012"/>
                  <a:pt x="142491" y="12572"/>
                </a:cubicBezTo>
                <a:cubicBezTo>
                  <a:pt x="140859" y="12133"/>
                  <a:pt x="135105" y="3261"/>
                  <a:pt x="132594" y="3136"/>
                </a:cubicBezTo>
                <a:cubicBezTo>
                  <a:pt x="130083" y="2968"/>
                  <a:pt x="125501" y="332"/>
                  <a:pt x="124057" y="18"/>
                </a:cubicBezTo>
                <a:cubicBezTo>
                  <a:pt x="123996" y="6"/>
                  <a:pt x="123929" y="0"/>
                  <a:pt x="123857" y="0"/>
                </a:cubicBezTo>
                <a:close/>
                <a:moveTo>
                  <a:pt x="195235" y="66827"/>
                </a:moveTo>
                <a:cubicBezTo>
                  <a:pt x="195236" y="66827"/>
                  <a:pt x="195237" y="66827"/>
                  <a:pt x="195237" y="66827"/>
                </a:cubicBezTo>
                <a:cubicBezTo>
                  <a:pt x="195238" y="66827"/>
                  <a:pt x="195238" y="66827"/>
                  <a:pt x="195239" y="66827"/>
                </a:cubicBezTo>
                <a:cubicBezTo>
                  <a:pt x="195238" y="66827"/>
                  <a:pt x="195237" y="66827"/>
                  <a:pt x="195236" y="6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2" name="Google Shape;922;p75"/>
          <p:cNvSpPr/>
          <p:nvPr/>
        </p:nvSpPr>
        <p:spPr>
          <a:xfrm>
            <a:off x="4217675" y="2047275"/>
            <a:ext cx="4926248" cy="2637476"/>
          </a:xfrm>
          <a:custGeom>
            <a:avLst/>
            <a:gdLst/>
            <a:ahLst/>
            <a:cxnLst/>
            <a:rect l="l" t="t" r="r" b="b"/>
            <a:pathLst>
              <a:path w="181262" h="90340" extrusionOk="0">
                <a:moveTo>
                  <a:pt x="181241" y="0"/>
                </a:moveTo>
                <a:lnTo>
                  <a:pt x="181241" y="38"/>
                </a:lnTo>
                <a:lnTo>
                  <a:pt x="181241" y="38"/>
                </a:lnTo>
                <a:cubicBezTo>
                  <a:pt x="181248" y="25"/>
                  <a:pt x="181255" y="13"/>
                  <a:pt x="181262" y="0"/>
                </a:cubicBezTo>
                <a:close/>
                <a:moveTo>
                  <a:pt x="181241" y="38"/>
                </a:moveTo>
                <a:cubicBezTo>
                  <a:pt x="175738" y="9936"/>
                  <a:pt x="167681" y="25297"/>
                  <a:pt x="166448" y="25590"/>
                </a:cubicBezTo>
                <a:cubicBezTo>
                  <a:pt x="164669" y="26029"/>
                  <a:pt x="158915" y="37768"/>
                  <a:pt x="154500" y="38876"/>
                </a:cubicBezTo>
                <a:cubicBezTo>
                  <a:pt x="152638" y="39337"/>
                  <a:pt x="137908" y="41910"/>
                  <a:pt x="128576" y="46430"/>
                </a:cubicBezTo>
                <a:cubicBezTo>
                  <a:pt x="124642" y="48334"/>
                  <a:pt x="106606" y="58566"/>
                  <a:pt x="100957" y="59486"/>
                </a:cubicBezTo>
                <a:cubicBezTo>
                  <a:pt x="96123" y="60260"/>
                  <a:pt x="86833" y="59821"/>
                  <a:pt x="81833" y="60135"/>
                </a:cubicBezTo>
                <a:cubicBezTo>
                  <a:pt x="73359" y="60658"/>
                  <a:pt x="0" y="87419"/>
                  <a:pt x="4311" y="89553"/>
                </a:cubicBezTo>
                <a:cubicBezTo>
                  <a:pt x="5490" y="90143"/>
                  <a:pt x="26537" y="90340"/>
                  <a:pt x="54095" y="90340"/>
                </a:cubicBezTo>
                <a:cubicBezTo>
                  <a:pt x="97910" y="90340"/>
                  <a:pt x="158184" y="89843"/>
                  <a:pt x="181241" y="89637"/>
                </a:cubicBezTo>
                <a:lnTo>
                  <a:pt x="181241" y="3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3" name="Google Shape;923;p75"/>
          <p:cNvSpPr txBox="1"/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GB">
                <a:latin typeface="Calibri" panose="020F0502020204030204" charset="0"/>
                <a:cs typeface="Calibri" panose="020F0502020204030204" charset="0"/>
              </a:rPr>
              <a:t>Заключение</a:t>
            </a:r>
            <a:endParaRPr lang="ru-RU" altLang="en-GB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24" name="Google Shape;924;p75"/>
          <p:cNvSpPr txBox="1"/>
          <p:nvPr>
            <p:ph type="body" idx="1"/>
          </p:nvPr>
        </p:nvSpPr>
        <p:spPr>
          <a:xfrm>
            <a:off x="1950720" y="1328420"/>
            <a:ext cx="5243195" cy="28378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 ходе выполнения курсового проекта поставленая цель была достигнута и задачи решены.</a:t>
            </a:r>
            <a:endParaRPr lang="ru-RU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altLang="en-US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Создан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мультистраничный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веб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сайт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для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альпинистов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объединяющий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ключевые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функции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: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каталог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популярных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вершин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характеристиками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x-none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Wiki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страницу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советов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подбору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снаряжения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систему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учёта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личных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восхождений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возможностью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добавления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редактирования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удаления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записей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ru-RU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Сайт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отличается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простотой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использования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,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быстрой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загрузкой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и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лёгкостью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развёртывания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на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любых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US" altLang="en-US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хостингах</a:t>
            </a:r>
            <a:r>
              <a:rPr lang="en-US" altLang="ru-RU" sz="1400">
                <a:uFill>
                  <a:noFill/>
                </a:uFill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1400">
              <a:uFill>
                <a:noFill/>
              </a:u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25" name="Google Shape;925;p75"/>
          <p:cNvSpPr/>
          <p:nvPr/>
        </p:nvSpPr>
        <p:spPr>
          <a:xfrm>
            <a:off x="-61950" y="2858925"/>
            <a:ext cx="9205993" cy="2576525"/>
          </a:xfrm>
          <a:custGeom>
            <a:avLst/>
            <a:gdLst/>
            <a:ahLst/>
            <a:cxnLst/>
            <a:rect l="l" t="t" r="r" b="b"/>
            <a:pathLst>
              <a:path w="235915" h="103061" extrusionOk="0">
                <a:moveTo>
                  <a:pt x="806" y="1"/>
                </a:moveTo>
                <a:cubicBezTo>
                  <a:pt x="781" y="1"/>
                  <a:pt x="756" y="5"/>
                  <a:pt x="733" y="12"/>
                </a:cubicBezTo>
                <a:cubicBezTo>
                  <a:pt x="524" y="96"/>
                  <a:pt x="273" y="284"/>
                  <a:pt x="1" y="535"/>
                </a:cubicBezTo>
                <a:lnTo>
                  <a:pt x="1" y="103061"/>
                </a:lnTo>
                <a:lnTo>
                  <a:pt x="235915" y="103061"/>
                </a:lnTo>
                <a:lnTo>
                  <a:pt x="235915" y="53556"/>
                </a:lnTo>
                <a:cubicBezTo>
                  <a:pt x="235815" y="53574"/>
                  <a:pt x="235717" y="53582"/>
                  <a:pt x="235619" y="53582"/>
                </a:cubicBezTo>
                <a:cubicBezTo>
                  <a:pt x="233449" y="53582"/>
                  <a:pt x="231841" y="49298"/>
                  <a:pt x="229658" y="49078"/>
                </a:cubicBezTo>
                <a:cubicBezTo>
                  <a:pt x="229638" y="49076"/>
                  <a:pt x="229617" y="49075"/>
                  <a:pt x="229597" y="49075"/>
                </a:cubicBezTo>
                <a:cubicBezTo>
                  <a:pt x="227279" y="49075"/>
                  <a:pt x="222536" y="61653"/>
                  <a:pt x="215831" y="61653"/>
                </a:cubicBezTo>
                <a:cubicBezTo>
                  <a:pt x="215809" y="61653"/>
                  <a:pt x="215787" y="61653"/>
                  <a:pt x="215765" y="61653"/>
                </a:cubicBezTo>
                <a:cubicBezTo>
                  <a:pt x="215732" y="61653"/>
                  <a:pt x="215699" y="61653"/>
                  <a:pt x="215665" y="61653"/>
                </a:cubicBezTo>
                <a:cubicBezTo>
                  <a:pt x="208819" y="61653"/>
                  <a:pt x="193868" y="68014"/>
                  <a:pt x="187351" y="68139"/>
                </a:cubicBezTo>
                <a:cubicBezTo>
                  <a:pt x="187219" y="68143"/>
                  <a:pt x="187085" y="68144"/>
                  <a:pt x="186950" y="68144"/>
                </a:cubicBezTo>
                <a:cubicBezTo>
                  <a:pt x="180349" y="68144"/>
                  <a:pt x="169908" y="64215"/>
                  <a:pt x="169231" y="63641"/>
                </a:cubicBezTo>
                <a:cubicBezTo>
                  <a:pt x="169129" y="63548"/>
                  <a:pt x="168967" y="63509"/>
                  <a:pt x="168763" y="63509"/>
                </a:cubicBezTo>
                <a:cubicBezTo>
                  <a:pt x="167713" y="63509"/>
                  <a:pt x="165558" y="64544"/>
                  <a:pt x="164801" y="64544"/>
                </a:cubicBezTo>
                <a:cubicBezTo>
                  <a:pt x="164776" y="64544"/>
                  <a:pt x="164754" y="64543"/>
                  <a:pt x="164732" y="64541"/>
                </a:cubicBezTo>
                <a:cubicBezTo>
                  <a:pt x="164062" y="64470"/>
                  <a:pt x="150991" y="63626"/>
                  <a:pt x="144208" y="63626"/>
                </a:cubicBezTo>
                <a:cubicBezTo>
                  <a:pt x="142945" y="63626"/>
                  <a:pt x="141900" y="63656"/>
                  <a:pt x="141193" y="63724"/>
                </a:cubicBezTo>
                <a:cubicBezTo>
                  <a:pt x="136695" y="64164"/>
                  <a:pt x="130355" y="66675"/>
                  <a:pt x="119077" y="68390"/>
                </a:cubicBezTo>
                <a:cubicBezTo>
                  <a:pt x="117721" y="68594"/>
                  <a:pt x="116432" y="68685"/>
                  <a:pt x="115210" y="68685"/>
                </a:cubicBezTo>
                <a:cubicBezTo>
                  <a:pt x="106266" y="68685"/>
                  <a:pt x="100935" y="63829"/>
                  <a:pt x="99702" y="62908"/>
                </a:cubicBezTo>
                <a:cubicBezTo>
                  <a:pt x="99430" y="62709"/>
                  <a:pt x="99163" y="62631"/>
                  <a:pt x="98873" y="62631"/>
                </a:cubicBezTo>
                <a:cubicBezTo>
                  <a:pt x="97862" y="62631"/>
                  <a:pt x="96580" y="63578"/>
                  <a:pt x="93883" y="63578"/>
                </a:cubicBezTo>
                <a:cubicBezTo>
                  <a:pt x="93310" y="63578"/>
                  <a:pt x="92672" y="63535"/>
                  <a:pt x="91960" y="63432"/>
                </a:cubicBezTo>
                <a:cubicBezTo>
                  <a:pt x="86938" y="62699"/>
                  <a:pt x="65931" y="62699"/>
                  <a:pt x="65931" y="62699"/>
                </a:cubicBezTo>
                <a:cubicBezTo>
                  <a:pt x="61830" y="62364"/>
                  <a:pt x="60721" y="58494"/>
                  <a:pt x="60177" y="57406"/>
                </a:cubicBezTo>
                <a:cubicBezTo>
                  <a:pt x="59738" y="56485"/>
                  <a:pt x="56013" y="55271"/>
                  <a:pt x="53900" y="54518"/>
                </a:cubicBezTo>
                <a:cubicBezTo>
                  <a:pt x="53419" y="54330"/>
                  <a:pt x="53042" y="54204"/>
                  <a:pt x="52770" y="54079"/>
                </a:cubicBezTo>
                <a:cubicBezTo>
                  <a:pt x="51326" y="53430"/>
                  <a:pt x="48669" y="47362"/>
                  <a:pt x="47916" y="47153"/>
                </a:cubicBezTo>
                <a:cubicBezTo>
                  <a:pt x="47892" y="47147"/>
                  <a:pt x="47869" y="47144"/>
                  <a:pt x="47846" y="47144"/>
                </a:cubicBezTo>
                <a:cubicBezTo>
                  <a:pt x="47157" y="47144"/>
                  <a:pt x="46565" y="49766"/>
                  <a:pt x="46083" y="49766"/>
                </a:cubicBezTo>
                <a:cubicBezTo>
                  <a:pt x="46030" y="49766"/>
                  <a:pt x="45978" y="49734"/>
                  <a:pt x="45928" y="49664"/>
                </a:cubicBezTo>
                <a:cubicBezTo>
                  <a:pt x="44735" y="47990"/>
                  <a:pt x="41702" y="43910"/>
                  <a:pt x="40383" y="42131"/>
                </a:cubicBezTo>
                <a:cubicBezTo>
                  <a:pt x="39044" y="40353"/>
                  <a:pt x="30612" y="37696"/>
                  <a:pt x="29085" y="36587"/>
                </a:cubicBezTo>
                <a:cubicBezTo>
                  <a:pt x="27546" y="35484"/>
                  <a:pt x="21853" y="22064"/>
                  <a:pt x="21002" y="22064"/>
                </a:cubicBezTo>
                <a:cubicBezTo>
                  <a:pt x="20997" y="22064"/>
                  <a:pt x="20992" y="22065"/>
                  <a:pt x="20987" y="22066"/>
                </a:cubicBezTo>
                <a:cubicBezTo>
                  <a:pt x="20192" y="22254"/>
                  <a:pt x="18351" y="24702"/>
                  <a:pt x="17158" y="25832"/>
                </a:cubicBezTo>
                <a:cubicBezTo>
                  <a:pt x="17128" y="25860"/>
                  <a:pt x="17093" y="25873"/>
                  <a:pt x="17052" y="25873"/>
                </a:cubicBezTo>
                <a:cubicBezTo>
                  <a:pt x="15266" y="25873"/>
                  <a:pt x="2973" y="1"/>
                  <a:pt x="80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7" name="Google Shape;927;p75"/>
          <p:cNvSpPr/>
          <p:nvPr/>
        </p:nvSpPr>
        <p:spPr>
          <a:xfrm>
            <a:off x="475970" y="1928530"/>
            <a:ext cx="1068823" cy="3275606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8" name="Google Shape;928;p75"/>
          <p:cNvSpPr/>
          <p:nvPr/>
        </p:nvSpPr>
        <p:spPr>
          <a:xfrm>
            <a:off x="8176650" y="2802276"/>
            <a:ext cx="875811" cy="2401813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179" name="Google Shape;5179;p87"/>
          <p:cNvGrpSpPr/>
          <p:nvPr/>
        </p:nvGrpSpPr>
        <p:grpSpPr>
          <a:xfrm>
            <a:off x="4324350" y="4690110"/>
            <a:ext cx="558165" cy="594995"/>
            <a:chOff x="914900" y="3806450"/>
            <a:chExt cx="451700" cy="481825"/>
          </a:xfrm>
        </p:grpSpPr>
        <p:sp>
          <p:nvSpPr>
            <p:cNvPr id="5180" name="Google Shape;5180;p87"/>
            <p:cNvSpPr/>
            <p:nvPr/>
          </p:nvSpPr>
          <p:spPr>
            <a:xfrm>
              <a:off x="914900" y="4174425"/>
              <a:ext cx="423400" cy="113850"/>
            </a:xfrm>
            <a:custGeom>
              <a:avLst/>
              <a:gdLst/>
              <a:ahLst/>
              <a:cxnLst/>
              <a:rect l="l" t="t" r="r" b="b"/>
              <a:pathLst>
                <a:path w="16936" h="4554" extrusionOk="0">
                  <a:moveTo>
                    <a:pt x="564" y="0"/>
                  </a:moveTo>
                  <a:cubicBezTo>
                    <a:pt x="250" y="0"/>
                    <a:pt x="0" y="250"/>
                    <a:pt x="0" y="563"/>
                  </a:cubicBezTo>
                  <a:cubicBezTo>
                    <a:pt x="0" y="877"/>
                    <a:pt x="250" y="1130"/>
                    <a:pt x="564" y="1130"/>
                  </a:cubicBezTo>
                  <a:lnTo>
                    <a:pt x="2259" y="1130"/>
                  </a:lnTo>
                  <a:lnTo>
                    <a:pt x="2259" y="2861"/>
                  </a:lnTo>
                  <a:cubicBezTo>
                    <a:pt x="2259" y="3795"/>
                    <a:pt x="3015" y="4553"/>
                    <a:pt x="3951" y="4553"/>
                  </a:cubicBezTo>
                  <a:cubicBezTo>
                    <a:pt x="4264" y="4553"/>
                    <a:pt x="4517" y="4300"/>
                    <a:pt x="4517" y="3990"/>
                  </a:cubicBezTo>
                  <a:lnTo>
                    <a:pt x="4517" y="1130"/>
                  </a:lnTo>
                  <a:lnTo>
                    <a:pt x="5646" y="1130"/>
                  </a:lnTo>
                  <a:lnTo>
                    <a:pt x="5646" y="1693"/>
                  </a:lnTo>
                  <a:cubicBezTo>
                    <a:pt x="5646" y="2629"/>
                    <a:pt x="6402" y="3424"/>
                    <a:pt x="7339" y="3424"/>
                  </a:cubicBezTo>
                  <a:cubicBezTo>
                    <a:pt x="7652" y="3424"/>
                    <a:pt x="7905" y="3171"/>
                    <a:pt x="7905" y="2861"/>
                  </a:cubicBezTo>
                  <a:lnTo>
                    <a:pt x="7905" y="1130"/>
                  </a:lnTo>
                  <a:lnTo>
                    <a:pt x="9034" y="1130"/>
                  </a:lnTo>
                  <a:lnTo>
                    <a:pt x="9034" y="3990"/>
                  </a:lnTo>
                  <a:cubicBezTo>
                    <a:pt x="9034" y="4300"/>
                    <a:pt x="9284" y="4553"/>
                    <a:pt x="9597" y="4553"/>
                  </a:cubicBezTo>
                  <a:cubicBezTo>
                    <a:pt x="9910" y="4553"/>
                    <a:pt x="10163" y="4300"/>
                    <a:pt x="10163" y="3990"/>
                  </a:cubicBezTo>
                  <a:lnTo>
                    <a:pt x="10163" y="1130"/>
                  </a:lnTo>
                  <a:lnTo>
                    <a:pt x="16373" y="1130"/>
                  </a:lnTo>
                  <a:cubicBezTo>
                    <a:pt x="16686" y="1130"/>
                    <a:pt x="16936" y="877"/>
                    <a:pt x="16936" y="563"/>
                  </a:cubicBezTo>
                  <a:cubicBezTo>
                    <a:pt x="16936" y="250"/>
                    <a:pt x="16686" y="0"/>
                    <a:pt x="163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1" name="Google Shape;5181;p87"/>
            <p:cNvSpPr/>
            <p:nvPr/>
          </p:nvSpPr>
          <p:spPr>
            <a:xfrm>
              <a:off x="971350" y="3806450"/>
              <a:ext cx="254100" cy="339775"/>
            </a:xfrm>
            <a:custGeom>
              <a:avLst/>
              <a:gdLst/>
              <a:ahLst/>
              <a:cxnLst/>
              <a:rect l="l" t="t" r="r" b="b"/>
              <a:pathLst>
                <a:path w="10164" h="13591" extrusionOk="0">
                  <a:moveTo>
                    <a:pt x="7563" y="2032"/>
                  </a:moveTo>
                  <a:cubicBezTo>
                    <a:pt x="7853" y="2032"/>
                    <a:pt x="8131" y="2256"/>
                    <a:pt x="8131" y="2596"/>
                  </a:cubicBezTo>
                  <a:cubicBezTo>
                    <a:pt x="8131" y="2937"/>
                    <a:pt x="7852" y="3163"/>
                    <a:pt x="7562" y="3163"/>
                  </a:cubicBezTo>
                  <a:cubicBezTo>
                    <a:pt x="7423" y="3163"/>
                    <a:pt x="7282" y="3111"/>
                    <a:pt x="7168" y="2997"/>
                  </a:cubicBezTo>
                  <a:cubicBezTo>
                    <a:pt x="6945" y="2777"/>
                    <a:pt x="6945" y="2418"/>
                    <a:pt x="7168" y="2199"/>
                  </a:cubicBezTo>
                  <a:cubicBezTo>
                    <a:pt x="7283" y="2083"/>
                    <a:pt x="7425" y="2032"/>
                    <a:pt x="7563" y="2032"/>
                  </a:cubicBezTo>
                  <a:close/>
                  <a:moveTo>
                    <a:pt x="7339" y="0"/>
                  </a:moveTo>
                  <a:cubicBezTo>
                    <a:pt x="5412" y="0"/>
                    <a:pt x="3759" y="1087"/>
                    <a:pt x="2901" y="2668"/>
                  </a:cubicBezTo>
                  <a:cubicBezTo>
                    <a:pt x="2852" y="2674"/>
                    <a:pt x="2804" y="2686"/>
                    <a:pt x="2762" y="2704"/>
                  </a:cubicBezTo>
                  <a:cubicBezTo>
                    <a:pt x="2602" y="2782"/>
                    <a:pt x="2431" y="2819"/>
                    <a:pt x="2260" y="2819"/>
                  </a:cubicBezTo>
                  <a:cubicBezTo>
                    <a:pt x="1967" y="2819"/>
                    <a:pt x="1678" y="2707"/>
                    <a:pt x="1458" y="2494"/>
                  </a:cubicBezTo>
                  <a:cubicBezTo>
                    <a:pt x="1247" y="2280"/>
                    <a:pt x="1127" y="1994"/>
                    <a:pt x="1130" y="1696"/>
                  </a:cubicBezTo>
                  <a:cubicBezTo>
                    <a:pt x="1130" y="1395"/>
                    <a:pt x="1247" y="1178"/>
                    <a:pt x="1458" y="964"/>
                  </a:cubicBezTo>
                  <a:cubicBezTo>
                    <a:pt x="1681" y="744"/>
                    <a:pt x="1681" y="386"/>
                    <a:pt x="1458" y="166"/>
                  </a:cubicBezTo>
                  <a:cubicBezTo>
                    <a:pt x="1348" y="56"/>
                    <a:pt x="1204" y="1"/>
                    <a:pt x="1059" y="1"/>
                  </a:cubicBezTo>
                  <a:cubicBezTo>
                    <a:pt x="915" y="1"/>
                    <a:pt x="770" y="56"/>
                    <a:pt x="660" y="166"/>
                  </a:cubicBezTo>
                  <a:cubicBezTo>
                    <a:pt x="236" y="594"/>
                    <a:pt x="1" y="1093"/>
                    <a:pt x="1" y="1696"/>
                  </a:cubicBezTo>
                  <a:cubicBezTo>
                    <a:pt x="1" y="2942"/>
                    <a:pt x="1010" y="3954"/>
                    <a:pt x="2259" y="3954"/>
                  </a:cubicBezTo>
                  <a:cubicBezTo>
                    <a:pt x="2307" y="3954"/>
                    <a:pt x="2353" y="3939"/>
                    <a:pt x="2401" y="3936"/>
                  </a:cubicBezTo>
                  <a:lnTo>
                    <a:pt x="2401" y="3936"/>
                  </a:lnTo>
                  <a:cubicBezTo>
                    <a:pt x="2319" y="4282"/>
                    <a:pt x="2274" y="4635"/>
                    <a:pt x="2265" y="4990"/>
                  </a:cubicBezTo>
                  <a:cubicBezTo>
                    <a:pt x="2976" y="4680"/>
                    <a:pt x="3741" y="4517"/>
                    <a:pt x="4518" y="4517"/>
                  </a:cubicBezTo>
                  <a:lnTo>
                    <a:pt x="5081" y="4517"/>
                  </a:lnTo>
                  <a:cubicBezTo>
                    <a:pt x="6017" y="4517"/>
                    <a:pt x="6773" y="5276"/>
                    <a:pt x="6776" y="6213"/>
                  </a:cubicBezTo>
                  <a:lnTo>
                    <a:pt x="6776" y="9073"/>
                  </a:lnTo>
                  <a:cubicBezTo>
                    <a:pt x="6776" y="10925"/>
                    <a:pt x="5864" y="12557"/>
                    <a:pt x="4482" y="13590"/>
                  </a:cubicBezTo>
                  <a:lnTo>
                    <a:pt x="6210" y="13590"/>
                  </a:lnTo>
                  <a:cubicBezTo>
                    <a:pt x="8393" y="13590"/>
                    <a:pt x="10164" y="11820"/>
                    <a:pt x="10164" y="9636"/>
                  </a:cubicBezTo>
                  <a:lnTo>
                    <a:pt x="101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2" name="Google Shape;5182;p87"/>
            <p:cNvSpPr/>
            <p:nvPr/>
          </p:nvSpPr>
          <p:spPr>
            <a:xfrm>
              <a:off x="971350" y="3947600"/>
              <a:ext cx="141175" cy="198625"/>
            </a:xfrm>
            <a:custGeom>
              <a:avLst/>
              <a:gdLst/>
              <a:ahLst/>
              <a:cxnLst/>
              <a:rect l="l" t="t" r="r" b="b"/>
              <a:pathLst>
                <a:path w="5647" h="7945" extrusionOk="0">
                  <a:moveTo>
                    <a:pt x="4518" y="0"/>
                  </a:moveTo>
                  <a:cubicBezTo>
                    <a:pt x="2021" y="0"/>
                    <a:pt x="1" y="2060"/>
                    <a:pt x="1" y="4556"/>
                  </a:cubicBezTo>
                  <a:lnTo>
                    <a:pt x="1" y="6815"/>
                  </a:lnTo>
                  <a:cubicBezTo>
                    <a:pt x="934" y="6812"/>
                    <a:pt x="1693" y="6056"/>
                    <a:pt x="1693" y="5120"/>
                  </a:cubicBezTo>
                  <a:cubicBezTo>
                    <a:pt x="1693" y="4806"/>
                    <a:pt x="1946" y="4556"/>
                    <a:pt x="2259" y="4556"/>
                  </a:cubicBezTo>
                  <a:cubicBezTo>
                    <a:pt x="2569" y="4556"/>
                    <a:pt x="2822" y="4806"/>
                    <a:pt x="2822" y="5120"/>
                  </a:cubicBezTo>
                  <a:cubicBezTo>
                    <a:pt x="2822" y="6547"/>
                    <a:pt x="1753" y="7718"/>
                    <a:pt x="377" y="7905"/>
                  </a:cubicBezTo>
                  <a:cubicBezTo>
                    <a:pt x="434" y="7929"/>
                    <a:pt x="501" y="7941"/>
                    <a:pt x="564" y="7944"/>
                  </a:cubicBezTo>
                  <a:lnTo>
                    <a:pt x="1130" y="7944"/>
                  </a:lnTo>
                  <a:cubicBezTo>
                    <a:pt x="3623" y="7944"/>
                    <a:pt x="5647" y="5921"/>
                    <a:pt x="5647" y="3427"/>
                  </a:cubicBezTo>
                  <a:lnTo>
                    <a:pt x="5647" y="567"/>
                  </a:lnTo>
                  <a:cubicBezTo>
                    <a:pt x="5647" y="253"/>
                    <a:pt x="5394" y="0"/>
                    <a:pt x="50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3" name="Google Shape;5183;p87"/>
            <p:cNvSpPr/>
            <p:nvPr/>
          </p:nvSpPr>
          <p:spPr>
            <a:xfrm>
              <a:off x="1253675" y="3806450"/>
              <a:ext cx="112925" cy="90350"/>
            </a:xfrm>
            <a:custGeom>
              <a:avLst/>
              <a:gdLst/>
              <a:ahLst/>
              <a:cxnLst/>
              <a:rect l="l" t="t" r="r" b="b"/>
              <a:pathLst>
                <a:path w="4517" h="3614" extrusionOk="0">
                  <a:moveTo>
                    <a:pt x="0" y="0"/>
                  </a:moveTo>
                  <a:lnTo>
                    <a:pt x="0" y="1696"/>
                  </a:lnTo>
                  <a:cubicBezTo>
                    <a:pt x="142" y="1685"/>
                    <a:pt x="428" y="1669"/>
                    <a:pt x="771" y="1669"/>
                  </a:cubicBezTo>
                  <a:cubicBezTo>
                    <a:pt x="1415" y="1669"/>
                    <a:pt x="2264" y="1726"/>
                    <a:pt x="2749" y="1988"/>
                  </a:cubicBezTo>
                  <a:cubicBezTo>
                    <a:pt x="3355" y="2313"/>
                    <a:pt x="4062" y="3078"/>
                    <a:pt x="4517" y="3614"/>
                  </a:cubicBezTo>
                  <a:lnTo>
                    <a:pt x="4517" y="2259"/>
                  </a:lnTo>
                  <a:cubicBezTo>
                    <a:pt x="4517" y="1012"/>
                    <a:pt x="3505" y="0"/>
                    <a:pt x="22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184" name="Google Shape;5184;p87"/>
            <p:cNvSpPr/>
            <p:nvPr/>
          </p:nvSpPr>
          <p:spPr>
            <a:xfrm>
              <a:off x="1253600" y="3876425"/>
              <a:ext cx="95025" cy="42975"/>
            </a:xfrm>
            <a:custGeom>
              <a:avLst/>
              <a:gdLst/>
              <a:ahLst/>
              <a:cxnLst/>
              <a:rect l="l" t="t" r="r" b="b"/>
              <a:pathLst>
                <a:path w="3801" h="1719" extrusionOk="0">
                  <a:moveTo>
                    <a:pt x="726" y="0"/>
                  </a:moveTo>
                  <a:cubicBezTo>
                    <a:pt x="478" y="0"/>
                    <a:pt x="239" y="9"/>
                    <a:pt x="42" y="23"/>
                  </a:cubicBezTo>
                  <a:lnTo>
                    <a:pt x="0" y="23"/>
                  </a:lnTo>
                  <a:lnTo>
                    <a:pt x="3" y="1718"/>
                  </a:lnTo>
                  <a:lnTo>
                    <a:pt x="3800" y="1718"/>
                  </a:lnTo>
                  <a:cubicBezTo>
                    <a:pt x="3379" y="1203"/>
                    <a:pt x="2692" y="438"/>
                    <a:pt x="2219" y="182"/>
                  </a:cubicBezTo>
                  <a:cubicBezTo>
                    <a:pt x="1969" y="49"/>
                    <a:pt x="1321" y="0"/>
                    <a:pt x="7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Highest Mountain Ranges in the World by Slidesgo">
  <a:themeElements>
    <a:clrScheme name="Simple Light">
      <a:dk1>
        <a:srgbClr val="0D162C"/>
      </a:dk1>
      <a:lt1>
        <a:srgbClr val="FFFFFF"/>
      </a:lt1>
      <a:dk2>
        <a:srgbClr val="C3D7DB"/>
      </a:dk2>
      <a:lt2>
        <a:srgbClr val="134B66"/>
      </a:lt2>
      <a:accent1>
        <a:srgbClr val="057196"/>
      </a:accent1>
      <a:accent2>
        <a:srgbClr val="5DAFB8"/>
      </a:accent2>
      <a:accent3>
        <a:srgbClr val="386C86"/>
      </a:accent3>
      <a:accent4>
        <a:srgbClr val="0097A7"/>
      </a:accent4>
      <a:accent5>
        <a:srgbClr val="FFFFFF"/>
      </a:accent5>
      <a:accent6>
        <a:srgbClr val="FFFFFF"/>
      </a:accent6>
      <a:hlink>
        <a:srgbClr val="0D162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3041</Words>
  <Application>WPS Presentation</Application>
  <PresentationFormat/>
  <Paragraphs>91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8" baseType="lpstr">
      <vt:lpstr>Arial</vt:lpstr>
      <vt:lpstr>SimSun</vt:lpstr>
      <vt:lpstr>Wingdings</vt:lpstr>
      <vt:lpstr>Arial</vt:lpstr>
      <vt:lpstr>Playfair Display</vt:lpstr>
      <vt:lpstr>Adwaita Mono</vt:lpstr>
      <vt:lpstr>Open Sans</vt:lpstr>
      <vt:lpstr>Playfair Display Black</vt:lpstr>
      <vt:lpstr>Didact Gothic</vt:lpstr>
      <vt:lpstr>Nunito Light</vt:lpstr>
      <vt:lpstr>Calibri</vt:lpstr>
      <vt:lpstr>Playfair Display ExtraBold</vt:lpstr>
      <vt:lpstr>Microsoft YaHei</vt:lpstr>
      <vt:lpstr>Arial Unicode MS</vt:lpstr>
      <vt:lpstr>Highest Mountain Ranges in the World by Slidesgo</vt:lpstr>
      <vt:lpstr>Презентация дипломного проекта</vt:lpstr>
      <vt:lpstr>Актуальность проекта</vt:lpstr>
      <vt:lpstr>PowerPoint 演示文稿</vt:lpstr>
      <vt:lpstr>Использованные технологии</vt:lpstr>
      <vt:lpstr>Структура сайта</vt:lpstr>
      <vt:lpstr>Структура сайта</vt:lpstr>
      <vt:lpstr>Реализация ключевых страниц</vt:lpstr>
      <vt:lpstr>Реализация ключевых страниц</vt:lpstr>
      <vt:lpstr>Реализация ключевых страниц</vt:lpstr>
      <vt:lpstr>Реализация ключевых страниц</vt:lpstr>
      <vt:lpstr>Реализация ключевых страниц</vt:lpstr>
      <vt:lpstr>Формы редактирования и добавления</vt:lpstr>
      <vt:lpstr>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Highest Mountain Ranges in the World</dc:title>
  <dc:creator/>
  <cp:lastModifiedBy>pepuk</cp:lastModifiedBy>
  <cp:revision>33</cp:revision>
  <dcterms:created xsi:type="dcterms:W3CDTF">2026-06-11T02:59:43Z</dcterms:created>
  <dcterms:modified xsi:type="dcterms:W3CDTF">2026-06-11T02:59:43Z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C1B7E42D0F4A4BF083BB17DD19049578_13</vt:lpwstr>
  </property>
  <property fmtid="{D5CDD505-2E9C-101B-9397-08002B2CF9AE}" pid="3" name="KSOProductBuildVer">
    <vt:lpwstr>1033-11.1.0.11723</vt:lpwstr>
  </property>
</Properties>
</file>