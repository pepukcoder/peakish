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62" r:id="rId5"/>
    <p:sldId id="264" r:id="rId6"/>
    <p:sldId id="292" r:id="rId7"/>
    <p:sldId id="257" r:id="rId8"/>
    <p:sldId id="311" r:id="rId9"/>
    <p:sldId id="312" r:id="rId10"/>
    <p:sldId id="313" r:id="rId11"/>
    <p:sldId id="314" r:id="rId12"/>
    <p:sldId id="265" r:id="rId13"/>
    <p:sldId id="315" r:id="rId14"/>
    <p:sldId id="291" r:id="rId15"/>
  </p:sldIdLst>
  <p:sldSz cx="9144000" cy="5143500"/>
  <p:notesSz cx="6858000" cy="9144000"/>
  <p:embeddedFontLst>
    <p:embeddedFont>
      <p:font typeface="Open Sans"/>
      <p:regular r:id="rId19"/>
    </p:embeddedFont>
    <p:embeddedFont>
      <p:font typeface="Playfair Display Black"/>
      <p:bold r:id="rId20"/>
      <p:boldItalic r:id="rId21"/>
    </p:embeddedFont>
    <p:embeddedFont>
      <p:font typeface="Playfair Display ExtraBold"/>
      <p:boldItalic r:id="rId22"/>
    </p:embeddedFont>
    <p:embeddedFont>
      <p:font typeface="Calibri" panose="020F050202020403020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9AA0A6"/>
          </p15:clr>
        </p15:guide>
        <p15:guide id="2" pos="2820" userDrawn="1">
          <p15:clr>
            <a:srgbClr val="9AA0A6"/>
          </p15:clr>
        </p15:guide>
        <p15:guide id="3" pos="5242" userDrawn="1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5286890-67AF-43D7-825F-F43D800890D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820"/>
        <p:guide pos="5242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font" Target="fonts/font8.fntdata"/><Relationship Id="rId25" Type="http://schemas.openxmlformats.org/officeDocument/2006/relationships/font" Target="fonts/font7.fntdata"/><Relationship Id="rId24" Type="http://schemas.openxmlformats.org/officeDocument/2006/relationships/font" Target="fonts/font6.fntdata"/><Relationship Id="rId23" Type="http://schemas.openxmlformats.org/officeDocument/2006/relationships/font" Target="fonts/font5.fntdata"/><Relationship Id="rId22" Type="http://schemas.openxmlformats.org/officeDocument/2006/relationships/font" Target="fonts/font4.fntdata"/><Relationship Id="rId21" Type="http://schemas.openxmlformats.org/officeDocument/2006/relationships/font" Target="fonts/font3.fntdata"/><Relationship Id="rId20" Type="http://schemas.openxmlformats.org/officeDocument/2006/relationships/font" Target="fonts/font2.fntdata"/><Relationship Id="rId2" Type="http://schemas.openxmlformats.org/officeDocument/2006/relationships/theme" Target="theme/theme1.xml"/><Relationship Id="rId19" Type="http://schemas.openxmlformats.org/officeDocument/2006/relationships/font" Target="fonts/font1.fntdata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p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21a4bcdb158_0_2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21a4bcdb158_0_2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1a4bcdb158_0_6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21a4bcdb158_0_6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g218bf84340c_0_1759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1" name="Google Shape;931;g218bf84340c_0_1759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18bf84340c_0_1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218bf84340c_0_1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1a4bcdb158_0_10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1a4bcdb158_0_10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1a4bcdb158_0_10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1a4bcdb158_0_10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1a4bcdb158_0_10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1a4bcdb158_0_10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1a4bcdb158_0_10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1a4bcdb158_0_10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1a4bcdb158_0_10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1a4bcdb158_0_10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1a4bcdb158_0_10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1a4bcdb158_0_10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21b686dc5e1_0_38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7" name="Google Shape;917;g21b686dc5e1_0_38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4" Type="http://schemas.openxmlformats.org/officeDocument/2006/relationships/hyperlink" Target="http://bit.ly/2TtBDfr" TargetMode="External"/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Highest Mountain Ranges in the World by Slidesgo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713225" y="656338"/>
            <a:ext cx="4918800" cy="223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4400">
                <a:latin typeface="Playfair Display Black"/>
                <a:ea typeface="Playfair Display Black"/>
                <a:cs typeface="Playfair Display Black"/>
                <a:sym typeface="Playfair Display Blac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0" name="Google Shape;10;p2"/>
          <p:cNvSpPr txBox="1"/>
          <p:nvPr>
            <p:ph type="subTitle" idx="1"/>
          </p:nvPr>
        </p:nvSpPr>
        <p:spPr>
          <a:xfrm>
            <a:off x="713225" y="2856063"/>
            <a:ext cx="2787900" cy="71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7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subTitle" idx="1"/>
          </p:nvPr>
        </p:nvSpPr>
        <p:spPr>
          <a:xfrm>
            <a:off x="713227" y="3022488"/>
            <a:ext cx="3184500" cy="6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type="title"/>
          </p:nvPr>
        </p:nvSpPr>
        <p:spPr>
          <a:xfrm>
            <a:off x="713227" y="2096388"/>
            <a:ext cx="4523700" cy="92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4" name="Google Shape;14;p3"/>
          <p:cNvSpPr txBox="1"/>
          <p:nvPr>
            <p:ph type="title" idx="2" hasCustomPrompt="1"/>
          </p:nvPr>
        </p:nvSpPr>
        <p:spPr>
          <a:xfrm>
            <a:off x="713227" y="1127400"/>
            <a:ext cx="1851300" cy="101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900"/>
              <a:buNone/>
              <a:defRPr sz="7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2pPr>
            <a:lvl3pPr lvl="2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3pPr>
            <a:lvl4pPr lvl="3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4pPr>
            <a:lvl5pPr lvl="4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5pPr>
            <a:lvl6pPr lvl="5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6pPr>
            <a:lvl7pPr lvl="6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7pPr>
            <a:lvl8pPr lvl="7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8pPr>
            <a:lvl9pPr lvl="8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710850" y="445025"/>
            <a:ext cx="772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type="body" idx="1"/>
          </p:nvPr>
        </p:nvSpPr>
        <p:spPr>
          <a:xfrm>
            <a:off x="710850" y="1152475"/>
            <a:ext cx="7722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Font typeface="Didact Gothic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○"/>
              <a:defRPr/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■"/>
              <a:defRPr/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●"/>
              <a:defRPr/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○"/>
              <a:defRPr/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■"/>
              <a:defRPr/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●"/>
              <a:defRPr/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○"/>
              <a:defRPr/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■"/>
              <a:defRPr/>
            </a:lvl9pPr>
          </a:lstStyle>
          <a:p/>
        </p:txBody>
      </p:sp>
      <p:sp>
        <p:nvSpPr>
          <p:cNvPr id="18" name="Google Shape;18;p4"/>
          <p:cNvSpPr/>
          <p:nvPr/>
        </p:nvSpPr>
        <p:spPr>
          <a:xfrm>
            <a:off x="7381233" y="1851024"/>
            <a:ext cx="2721515" cy="485696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type="subTitle" idx="1"/>
          </p:nvPr>
        </p:nvSpPr>
        <p:spPr>
          <a:xfrm>
            <a:off x="1035700" y="1445125"/>
            <a:ext cx="3274200" cy="2531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" name="Google Shape;22;p5"/>
          <p:cNvSpPr txBox="1"/>
          <p:nvPr>
            <p:ph type="subTitle" idx="2"/>
          </p:nvPr>
        </p:nvSpPr>
        <p:spPr>
          <a:xfrm>
            <a:off x="4834100" y="1445125"/>
            <a:ext cx="3274200" cy="2531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5" name="Google Shape;25;p6"/>
          <p:cNvSpPr/>
          <p:nvPr/>
        </p:nvSpPr>
        <p:spPr>
          <a:xfrm>
            <a:off x="-466118" y="1565756"/>
            <a:ext cx="1100003" cy="3436691"/>
          </a:xfrm>
          <a:custGeom>
            <a:avLst/>
            <a:gdLst/>
            <a:ahLst/>
            <a:cxnLst/>
            <a:rect l="l" t="t" r="r" b="b"/>
            <a:pathLst>
              <a:path w="12740" h="39803" extrusionOk="0">
                <a:moveTo>
                  <a:pt x="453" y="27420"/>
                </a:moveTo>
                <a:cubicBezTo>
                  <a:pt x="869" y="27730"/>
                  <a:pt x="1715" y="28444"/>
                  <a:pt x="2215" y="28456"/>
                </a:cubicBezTo>
                <a:cubicBezTo>
                  <a:pt x="1822" y="28456"/>
                  <a:pt x="1203" y="28420"/>
                  <a:pt x="762" y="28635"/>
                </a:cubicBezTo>
                <a:cubicBezTo>
                  <a:pt x="1429" y="28718"/>
                  <a:pt x="1881" y="29313"/>
                  <a:pt x="2393" y="29730"/>
                </a:cubicBezTo>
                <a:cubicBezTo>
                  <a:pt x="1953" y="29528"/>
                  <a:pt x="1417" y="29849"/>
                  <a:pt x="988" y="29444"/>
                </a:cubicBezTo>
                <a:cubicBezTo>
                  <a:pt x="1084" y="29587"/>
                  <a:pt x="1143" y="29754"/>
                  <a:pt x="1286" y="29885"/>
                </a:cubicBezTo>
                <a:cubicBezTo>
                  <a:pt x="1667" y="30302"/>
                  <a:pt x="2179" y="30444"/>
                  <a:pt x="2631" y="30683"/>
                </a:cubicBezTo>
                <a:cubicBezTo>
                  <a:pt x="2334" y="30837"/>
                  <a:pt x="1858" y="30754"/>
                  <a:pt x="1500" y="30837"/>
                </a:cubicBezTo>
                <a:cubicBezTo>
                  <a:pt x="2441" y="31052"/>
                  <a:pt x="3239" y="31635"/>
                  <a:pt x="4215" y="31814"/>
                </a:cubicBezTo>
                <a:cubicBezTo>
                  <a:pt x="4513" y="31873"/>
                  <a:pt x="4822" y="31933"/>
                  <a:pt x="5156" y="31992"/>
                </a:cubicBezTo>
                <a:lnTo>
                  <a:pt x="5156" y="39803"/>
                </a:lnTo>
                <a:lnTo>
                  <a:pt x="6239" y="39803"/>
                </a:lnTo>
                <a:lnTo>
                  <a:pt x="6239" y="32135"/>
                </a:lnTo>
                <a:cubicBezTo>
                  <a:pt x="6858" y="32171"/>
                  <a:pt x="7477" y="32028"/>
                  <a:pt x="8108" y="32207"/>
                </a:cubicBezTo>
                <a:cubicBezTo>
                  <a:pt x="8549" y="32349"/>
                  <a:pt x="8882" y="32528"/>
                  <a:pt x="9335" y="32492"/>
                </a:cubicBezTo>
                <a:cubicBezTo>
                  <a:pt x="9751" y="32469"/>
                  <a:pt x="10132" y="32326"/>
                  <a:pt x="10549" y="32326"/>
                </a:cubicBezTo>
                <a:cubicBezTo>
                  <a:pt x="10168" y="32171"/>
                  <a:pt x="9751" y="32064"/>
                  <a:pt x="9347" y="31933"/>
                </a:cubicBezTo>
                <a:cubicBezTo>
                  <a:pt x="10549" y="31957"/>
                  <a:pt x="12085" y="31659"/>
                  <a:pt x="12740" y="30230"/>
                </a:cubicBezTo>
                <a:cubicBezTo>
                  <a:pt x="12276" y="30444"/>
                  <a:pt x="11895" y="30540"/>
                  <a:pt x="11430" y="30230"/>
                </a:cubicBezTo>
                <a:cubicBezTo>
                  <a:pt x="11573" y="30111"/>
                  <a:pt x="11787" y="29968"/>
                  <a:pt x="12014" y="29861"/>
                </a:cubicBezTo>
                <a:cubicBezTo>
                  <a:pt x="11609" y="29873"/>
                  <a:pt x="11216" y="29694"/>
                  <a:pt x="10883" y="29444"/>
                </a:cubicBezTo>
                <a:cubicBezTo>
                  <a:pt x="11240" y="29206"/>
                  <a:pt x="11597" y="28932"/>
                  <a:pt x="11895" y="28611"/>
                </a:cubicBezTo>
                <a:cubicBezTo>
                  <a:pt x="12014" y="28480"/>
                  <a:pt x="12097" y="28313"/>
                  <a:pt x="12216" y="28194"/>
                </a:cubicBezTo>
                <a:cubicBezTo>
                  <a:pt x="11835" y="28385"/>
                  <a:pt x="11121" y="28373"/>
                  <a:pt x="10799" y="28385"/>
                </a:cubicBezTo>
                <a:cubicBezTo>
                  <a:pt x="10894" y="28218"/>
                  <a:pt x="11025" y="28099"/>
                  <a:pt x="11180" y="28039"/>
                </a:cubicBezTo>
                <a:cubicBezTo>
                  <a:pt x="10775" y="28039"/>
                  <a:pt x="10382" y="28063"/>
                  <a:pt x="9990" y="28158"/>
                </a:cubicBezTo>
                <a:cubicBezTo>
                  <a:pt x="10192" y="27956"/>
                  <a:pt x="10502" y="27670"/>
                  <a:pt x="10763" y="27599"/>
                </a:cubicBezTo>
                <a:cubicBezTo>
                  <a:pt x="10359" y="27730"/>
                  <a:pt x="9251" y="27825"/>
                  <a:pt x="8930" y="27420"/>
                </a:cubicBezTo>
                <a:cubicBezTo>
                  <a:pt x="9656" y="27087"/>
                  <a:pt x="10371" y="27242"/>
                  <a:pt x="11025" y="26658"/>
                </a:cubicBezTo>
                <a:cubicBezTo>
                  <a:pt x="11454" y="26277"/>
                  <a:pt x="11680" y="25646"/>
                  <a:pt x="12109" y="25265"/>
                </a:cubicBezTo>
                <a:cubicBezTo>
                  <a:pt x="11847" y="25468"/>
                  <a:pt x="11454" y="25337"/>
                  <a:pt x="11144" y="25301"/>
                </a:cubicBezTo>
                <a:cubicBezTo>
                  <a:pt x="11240" y="25241"/>
                  <a:pt x="11311" y="25134"/>
                  <a:pt x="11394" y="25087"/>
                </a:cubicBezTo>
                <a:cubicBezTo>
                  <a:pt x="11156" y="25027"/>
                  <a:pt x="10906" y="25099"/>
                  <a:pt x="10656" y="25099"/>
                </a:cubicBezTo>
                <a:cubicBezTo>
                  <a:pt x="11013" y="24944"/>
                  <a:pt x="11323" y="24706"/>
                  <a:pt x="11656" y="24515"/>
                </a:cubicBezTo>
                <a:cubicBezTo>
                  <a:pt x="10954" y="24503"/>
                  <a:pt x="10406" y="24587"/>
                  <a:pt x="9763" y="24158"/>
                </a:cubicBezTo>
                <a:cubicBezTo>
                  <a:pt x="9990" y="24027"/>
                  <a:pt x="10359" y="23848"/>
                  <a:pt x="10490" y="23622"/>
                </a:cubicBezTo>
                <a:cubicBezTo>
                  <a:pt x="10240" y="23575"/>
                  <a:pt x="9966" y="23551"/>
                  <a:pt x="9728" y="23432"/>
                </a:cubicBezTo>
                <a:cubicBezTo>
                  <a:pt x="10168" y="22741"/>
                  <a:pt x="10716" y="22265"/>
                  <a:pt x="11061" y="21467"/>
                </a:cubicBezTo>
                <a:cubicBezTo>
                  <a:pt x="10430" y="21836"/>
                  <a:pt x="8394" y="23027"/>
                  <a:pt x="7977" y="21789"/>
                </a:cubicBezTo>
                <a:cubicBezTo>
                  <a:pt x="8632" y="21610"/>
                  <a:pt x="9251" y="21348"/>
                  <a:pt x="9894" y="21134"/>
                </a:cubicBezTo>
                <a:cubicBezTo>
                  <a:pt x="9668" y="21062"/>
                  <a:pt x="9394" y="21122"/>
                  <a:pt x="9156" y="21039"/>
                </a:cubicBezTo>
                <a:cubicBezTo>
                  <a:pt x="9466" y="20884"/>
                  <a:pt x="9835" y="20812"/>
                  <a:pt x="10168" y="20693"/>
                </a:cubicBezTo>
                <a:cubicBezTo>
                  <a:pt x="10013" y="20681"/>
                  <a:pt x="9930" y="20574"/>
                  <a:pt x="9811" y="20515"/>
                </a:cubicBezTo>
                <a:cubicBezTo>
                  <a:pt x="10049" y="20158"/>
                  <a:pt x="10847" y="19753"/>
                  <a:pt x="11192" y="19515"/>
                </a:cubicBezTo>
                <a:cubicBezTo>
                  <a:pt x="10823" y="19634"/>
                  <a:pt x="10263" y="19634"/>
                  <a:pt x="9894" y="19503"/>
                </a:cubicBezTo>
                <a:cubicBezTo>
                  <a:pt x="10121" y="19288"/>
                  <a:pt x="10359" y="19038"/>
                  <a:pt x="10597" y="18848"/>
                </a:cubicBezTo>
                <a:cubicBezTo>
                  <a:pt x="10013" y="18776"/>
                  <a:pt x="9394" y="18991"/>
                  <a:pt x="8799" y="18955"/>
                </a:cubicBezTo>
                <a:cubicBezTo>
                  <a:pt x="9013" y="18812"/>
                  <a:pt x="9239" y="18610"/>
                  <a:pt x="9466" y="18491"/>
                </a:cubicBezTo>
                <a:cubicBezTo>
                  <a:pt x="8644" y="18610"/>
                  <a:pt x="8085" y="18538"/>
                  <a:pt x="7334" y="18026"/>
                </a:cubicBezTo>
                <a:cubicBezTo>
                  <a:pt x="7930" y="18038"/>
                  <a:pt x="8513" y="17979"/>
                  <a:pt x="9108" y="17919"/>
                </a:cubicBezTo>
                <a:cubicBezTo>
                  <a:pt x="8978" y="17907"/>
                  <a:pt x="8835" y="17860"/>
                  <a:pt x="8692" y="17848"/>
                </a:cubicBezTo>
                <a:cubicBezTo>
                  <a:pt x="8823" y="17800"/>
                  <a:pt x="8954" y="17729"/>
                  <a:pt x="9097" y="17681"/>
                </a:cubicBezTo>
                <a:cubicBezTo>
                  <a:pt x="8811" y="17693"/>
                  <a:pt x="8537" y="17669"/>
                  <a:pt x="8275" y="17574"/>
                </a:cubicBezTo>
                <a:cubicBezTo>
                  <a:pt x="8870" y="17455"/>
                  <a:pt x="9156" y="17360"/>
                  <a:pt x="9632" y="16907"/>
                </a:cubicBezTo>
                <a:cubicBezTo>
                  <a:pt x="9359" y="16895"/>
                  <a:pt x="9097" y="16895"/>
                  <a:pt x="8835" y="16895"/>
                </a:cubicBezTo>
                <a:cubicBezTo>
                  <a:pt x="9525" y="16907"/>
                  <a:pt x="9609" y="15645"/>
                  <a:pt x="10049" y="15181"/>
                </a:cubicBezTo>
                <a:cubicBezTo>
                  <a:pt x="9418" y="15574"/>
                  <a:pt x="8978" y="15609"/>
                  <a:pt x="8275" y="15657"/>
                </a:cubicBezTo>
                <a:cubicBezTo>
                  <a:pt x="8739" y="15514"/>
                  <a:pt x="9037" y="15133"/>
                  <a:pt x="9394" y="14800"/>
                </a:cubicBezTo>
                <a:cubicBezTo>
                  <a:pt x="9239" y="14871"/>
                  <a:pt x="9073" y="14931"/>
                  <a:pt x="8942" y="14978"/>
                </a:cubicBezTo>
                <a:cubicBezTo>
                  <a:pt x="9049" y="14800"/>
                  <a:pt x="9180" y="14633"/>
                  <a:pt x="9299" y="14466"/>
                </a:cubicBezTo>
                <a:cubicBezTo>
                  <a:pt x="8978" y="14526"/>
                  <a:pt x="8585" y="14573"/>
                  <a:pt x="8275" y="14562"/>
                </a:cubicBezTo>
                <a:cubicBezTo>
                  <a:pt x="8858" y="14109"/>
                  <a:pt x="9168" y="13335"/>
                  <a:pt x="9549" y="12680"/>
                </a:cubicBezTo>
                <a:cubicBezTo>
                  <a:pt x="8942" y="13073"/>
                  <a:pt x="8442" y="13657"/>
                  <a:pt x="7692" y="13383"/>
                </a:cubicBezTo>
                <a:cubicBezTo>
                  <a:pt x="7906" y="13311"/>
                  <a:pt x="8096" y="13204"/>
                  <a:pt x="8299" y="13145"/>
                </a:cubicBezTo>
                <a:cubicBezTo>
                  <a:pt x="8239" y="13133"/>
                  <a:pt x="8144" y="13038"/>
                  <a:pt x="8025" y="13038"/>
                </a:cubicBezTo>
                <a:cubicBezTo>
                  <a:pt x="8287" y="12919"/>
                  <a:pt x="8561" y="12704"/>
                  <a:pt x="8799" y="12549"/>
                </a:cubicBezTo>
                <a:cubicBezTo>
                  <a:pt x="8525" y="12549"/>
                  <a:pt x="8239" y="12490"/>
                  <a:pt x="7977" y="12490"/>
                </a:cubicBezTo>
                <a:cubicBezTo>
                  <a:pt x="8704" y="12240"/>
                  <a:pt x="9001" y="11525"/>
                  <a:pt x="9275" y="10740"/>
                </a:cubicBezTo>
                <a:cubicBezTo>
                  <a:pt x="8978" y="10990"/>
                  <a:pt x="8692" y="11240"/>
                  <a:pt x="8323" y="11180"/>
                </a:cubicBezTo>
                <a:cubicBezTo>
                  <a:pt x="8466" y="11037"/>
                  <a:pt x="8620" y="10835"/>
                  <a:pt x="8620" y="10633"/>
                </a:cubicBezTo>
                <a:cubicBezTo>
                  <a:pt x="8382" y="10799"/>
                  <a:pt x="8096" y="10930"/>
                  <a:pt x="7846" y="10775"/>
                </a:cubicBezTo>
                <a:cubicBezTo>
                  <a:pt x="7942" y="10704"/>
                  <a:pt x="8025" y="10573"/>
                  <a:pt x="8156" y="10513"/>
                </a:cubicBezTo>
                <a:cubicBezTo>
                  <a:pt x="7787" y="10478"/>
                  <a:pt x="7454" y="10478"/>
                  <a:pt x="7096" y="10335"/>
                </a:cubicBezTo>
                <a:cubicBezTo>
                  <a:pt x="7942" y="10502"/>
                  <a:pt x="8180" y="9513"/>
                  <a:pt x="8525" y="8799"/>
                </a:cubicBezTo>
                <a:cubicBezTo>
                  <a:pt x="8168" y="8906"/>
                  <a:pt x="7799" y="8930"/>
                  <a:pt x="7430" y="8918"/>
                </a:cubicBezTo>
                <a:cubicBezTo>
                  <a:pt x="7656" y="8847"/>
                  <a:pt x="7894" y="8692"/>
                  <a:pt x="8025" y="8489"/>
                </a:cubicBezTo>
                <a:cubicBezTo>
                  <a:pt x="7704" y="8573"/>
                  <a:pt x="7323" y="8549"/>
                  <a:pt x="7084" y="8239"/>
                </a:cubicBezTo>
                <a:cubicBezTo>
                  <a:pt x="7394" y="7966"/>
                  <a:pt x="7835" y="7799"/>
                  <a:pt x="8108" y="7465"/>
                </a:cubicBezTo>
                <a:cubicBezTo>
                  <a:pt x="7846" y="7668"/>
                  <a:pt x="7489" y="7477"/>
                  <a:pt x="7192" y="7382"/>
                </a:cubicBezTo>
                <a:cubicBezTo>
                  <a:pt x="7382" y="7263"/>
                  <a:pt x="7620" y="7073"/>
                  <a:pt x="7692" y="6834"/>
                </a:cubicBezTo>
                <a:cubicBezTo>
                  <a:pt x="7513" y="6930"/>
                  <a:pt x="7287" y="6954"/>
                  <a:pt x="7108" y="6906"/>
                </a:cubicBezTo>
                <a:cubicBezTo>
                  <a:pt x="7239" y="6775"/>
                  <a:pt x="7370" y="6644"/>
                  <a:pt x="7465" y="6489"/>
                </a:cubicBezTo>
                <a:cubicBezTo>
                  <a:pt x="7263" y="6465"/>
                  <a:pt x="6989" y="6430"/>
                  <a:pt x="6811" y="6394"/>
                </a:cubicBezTo>
                <a:cubicBezTo>
                  <a:pt x="7025" y="6275"/>
                  <a:pt x="7215" y="6096"/>
                  <a:pt x="7370" y="5870"/>
                </a:cubicBezTo>
                <a:cubicBezTo>
                  <a:pt x="7156" y="5882"/>
                  <a:pt x="6942" y="5834"/>
                  <a:pt x="6727" y="5811"/>
                </a:cubicBezTo>
                <a:cubicBezTo>
                  <a:pt x="7096" y="5620"/>
                  <a:pt x="7251" y="5108"/>
                  <a:pt x="7454" y="4727"/>
                </a:cubicBezTo>
                <a:cubicBezTo>
                  <a:pt x="7192" y="4858"/>
                  <a:pt x="6894" y="4929"/>
                  <a:pt x="6620" y="5049"/>
                </a:cubicBezTo>
                <a:cubicBezTo>
                  <a:pt x="6739" y="4882"/>
                  <a:pt x="6906" y="4703"/>
                  <a:pt x="7073" y="4608"/>
                </a:cubicBezTo>
                <a:cubicBezTo>
                  <a:pt x="6846" y="4608"/>
                  <a:pt x="6620" y="4620"/>
                  <a:pt x="6394" y="4608"/>
                </a:cubicBezTo>
                <a:cubicBezTo>
                  <a:pt x="6561" y="4406"/>
                  <a:pt x="6680" y="4167"/>
                  <a:pt x="6846" y="4013"/>
                </a:cubicBezTo>
                <a:cubicBezTo>
                  <a:pt x="6596" y="4215"/>
                  <a:pt x="6275" y="4227"/>
                  <a:pt x="5977" y="4215"/>
                </a:cubicBezTo>
                <a:cubicBezTo>
                  <a:pt x="6215" y="4156"/>
                  <a:pt x="6430" y="3965"/>
                  <a:pt x="6608" y="3775"/>
                </a:cubicBezTo>
                <a:cubicBezTo>
                  <a:pt x="6477" y="3834"/>
                  <a:pt x="6358" y="3798"/>
                  <a:pt x="6215" y="3810"/>
                </a:cubicBezTo>
                <a:cubicBezTo>
                  <a:pt x="6334" y="3691"/>
                  <a:pt x="6453" y="3548"/>
                  <a:pt x="6561" y="3429"/>
                </a:cubicBezTo>
                <a:cubicBezTo>
                  <a:pt x="6441" y="3453"/>
                  <a:pt x="6275" y="3394"/>
                  <a:pt x="6156" y="3417"/>
                </a:cubicBezTo>
                <a:cubicBezTo>
                  <a:pt x="6132" y="3144"/>
                  <a:pt x="6132" y="2882"/>
                  <a:pt x="6299" y="2703"/>
                </a:cubicBezTo>
                <a:cubicBezTo>
                  <a:pt x="6084" y="2536"/>
                  <a:pt x="6180" y="2203"/>
                  <a:pt x="6120" y="1941"/>
                </a:cubicBezTo>
                <a:cubicBezTo>
                  <a:pt x="6132" y="1905"/>
                  <a:pt x="6144" y="1893"/>
                  <a:pt x="6156" y="1881"/>
                </a:cubicBezTo>
                <a:cubicBezTo>
                  <a:pt x="6156" y="1250"/>
                  <a:pt x="6084" y="631"/>
                  <a:pt x="6072" y="0"/>
                </a:cubicBezTo>
                <a:cubicBezTo>
                  <a:pt x="6072" y="679"/>
                  <a:pt x="5953" y="2370"/>
                  <a:pt x="5465" y="2298"/>
                </a:cubicBezTo>
                <a:cubicBezTo>
                  <a:pt x="5489" y="2620"/>
                  <a:pt x="5644" y="2905"/>
                  <a:pt x="5739" y="3191"/>
                </a:cubicBezTo>
                <a:cubicBezTo>
                  <a:pt x="5549" y="3155"/>
                  <a:pt x="5370" y="3060"/>
                  <a:pt x="5179" y="3013"/>
                </a:cubicBezTo>
                <a:cubicBezTo>
                  <a:pt x="5287" y="3322"/>
                  <a:pt x="5560" y="3489"/>
                  <a:pt x="5525" y="3870"/>
                </a:cubicBezTo>
                <a:cubicBezTo>
                  <a:pt x="5429" y="3798"/>
                  <a:pt x="5251" y="3775"/>
                  <a:pt x="5191" y="3727"/>
                </a:cubicBezTo>
                <a:cubicBezTo>
                  <a:pt x="5298" y="4025"/>
                  <a:pt x="5441" y="4275"/>
                  <a:pt x="5584" y="4548"/>
                </a:cubicBezTo>
                <a:cubicBezTo>
                  <a:pt x="5251" y="4572"/>
                  <a:pt x="4810" y="4429"/>
                  <a:pt x="4584" y="4144"/>
                </a:cubicBezTo>
                <a:cubicBezTo>
                  <a:pt x="4727" y="4644"/>
                  <a:pt x="5168" y="4941"/>
                  <a:pt x="5322" y="5394"/>
                </a:cubicBezTo>
                <a:cubicBezTo>
                  <a:pt x="5060" y="5382"/>
                  <a:pt x="4810" y="5239"/>
                  <a:pt x="4536" y="5215"/>
                </a:cubicBezTo>
                <a:cubicBezTo>
                  <a:pt x="4727" y="5560"/>
                  <a:pt x="5001" y="5858"/>
                  <a:pt x="5168" y="6227"/>
                </a:cubicBezTo>
                <a:cubicBezTo>
                  <a:pt x="4870" y="6227"/>
                  <a:pt x="4548" y="6013"/>
                  <a:pt x="4286" y="6120"/>
                </a:cubicBezTo>
                <a:cubicBezTo>
                  <a:pt x="4536" y="6465"/>
                  <a:pt x="5084" y="6692"/>
                  <a:pt x="5168" y="7168"/>
                </a:cubicBezTo>
                <a:cubicBezTo>
                  <a:pt x="4882" y="7144"/>
                  <a:pt x="4608" y="7061"/>
                  <a:pt x="4358" y="6906"/>
                </a:cubicBezTo>
                <a:cubicBezTo>
                  <a:pt x="4667" y="7489"/>
                  <a:pt x="4989" y="7835"/>
                  <a:pt x="5441" y="8216"/>
                </a:cubicBezTo>
                <a:cubicBezTo>
                  <a:pt x="5084" y="8251"/>
                  <a:pt x="4810" y="8442"/>
                  <a:pt x="4429" y="8358"/>
                </a:cubicBezTo>
                <a:cubicBezTo>
                  <a:pt x="4036" y="8263"/>
                  <a:pt x="3632" y="7954"/>
                  <a:pt x="3263" y="7775"/>
                </a:cubicBezTo>
                <a:cubicBezTo>
                  <a:pt x="3501" y="8549"/>
                  <a:pt x="4406" y="8656"/>
                  <a:pt x="4632" y="9430"/>
                </a:cubicBezTo>
                <a:cubicBezTo>
                  <a:pt x="4489" y="9382"/>
                  <a:pt x="4334" y="9430"/>
                  <a:pt x="4191" y="9370"/>
                </a:cubicBezTo>
                <a:cubicBezTo>
                  <a:pt x="4179" y="9430"/>
                  <a:pt x="4167" y="9501"/>
                  <a:pt x="4155" y="9561"/>
                </a:cubicBezTo>
                <a:cubicBezTo>
                  <a:pt x="3870" y="9609"/>
                  <a:pt x="3632" y="9466"/>
                  <a:pt x="3358" y="9335"/>
                </a:cubicBezTo>
                <a:cubicBezTo>
                  <a:pt x="3536" y="9668"/>
                  <a:pt x="3798" y="9942"/>
                  <a:pt x="3977" y="10263"/>
                </a:cubicBezTo>
                <a:cubicBezTo>
                  <a:pt x="3644" y="10228"/>
                  <a:pt x="3322" y="10156"/>
                  <a:pt x="3060" y="9906"/>
                </a:cubicBezTo>
                <a:cubicBezTo>
                  <a:pt x="3203" y="10633"/>
                  <a:pt x="3560" y="10954"/>
                  <a:pt x="3929" y="11430"/>
                </a:cubicBezTo>
                <a:cubicBezTo>
                  <a:pt x="3393" y="11609"/>
                  <a:pt x="2882" y="11168"/>
                  <a:pt x="2370" y="11168"/>
                </a:cubicBezTo>
                <a:cubicBezTo>
                  <a:pt x="2643" y="11692"/>
                  <a:pt x="3036" y="12121"/>
                  <a:pt x="3441" y="12478"/>
                </a:cubicBezTo>
                <a:cubicBezTo>
                  <a:pt x="3239" y="12478"/>
                  <a:pt x="3036" y="12478"/>
                  <a:pt x="2846" y="12490"/>
                </a:cubicBezTo>
                <a:cubicBezTo>
                  <a:pt x="3048" y="13002"/>
                  <a:pt x="3584" y="13276"/>
                  <a:pt x="3953" y="13550"/>
                </a:cubicBezTo>
                <a:cubicBezTo>
                  <a:pt x="3572" y="13573"/>
                  <a:pt x="3143" y="13871"/>
                  <a:pt x="2786" y="13752"/>
                </a:cubicBezTo>
                <a:cubicBezTo>
                  <a:pt x="3048" y="14026"/>
                  <a:pt x="3322" y="14323"/>
                  <a:pt x="3655" y="14490"/>
                </a:cubicBezTo>
                <a:cubicBezTo>
                  <a:pt x="2965" y="14704"/>
                  <a:pt x="2512" y="14383"/>
                  <a:pt x="1893" y="14014"/>
                </a:cubicBezTo>
                <a:cubicBezTo>
                  <a:pt x="2310" y="14728"/>
                  <a:pt x="2608" y="15383"/>
                  <a:pt x="3286" y="15824"/>
                </a:cubicBezTo>
                <a:cubicBezTo>
                  <a:pt x="3084" y="16097"/>
                  <a:pt x="2631" y="16074"/>
                  <a:pt x="2334" y="16038"/>
                </a:cubicBezTo>
                <a:cubicBezTo>
                  <a:pt x="2489" y="16157"/>
                  <a:pt x="2489" y="16300"/>
                  <a:pt x="2560" y="16455"/>
                </a:cubicBezTo>
                <a:lnTo>
                  <a:pt x="2036" y="16455"/>
                </a:lnTo>
                <a:cubicBezTo>
                  <a:pt x="2191" y="16729"/>
                  <a:pt x="2441" y="16883"/>
                  <a:pt x="2703" y="16967"/>
                </a:cubicBezTo>
                <a:cubicBezTo>
                  <a:pt x="2036" y="17371"/>
                  <a:pt x="1084" y="17002"/>
                  <a:pt x="643" y="16300"/>
                </a:cubicBezTo>
                <a:cubicBezTo>
                  <a:pt x="965" y="17288"/>
                  <a:pt x="1905" y="17360"/>
                  <a:pt x="2262" y="18205"/>
                </a:cubicBezTo>
                <a:cubicBezTo>
                  <a:pt x="2167" y="18217"/>
                  <a:pt x="2048" y="18360"/>
                  <a:pt x="1917" y="18324"/>
                </a:cubicBezTo>
                <a:cubicBezTo>
                  <a:pt x="2108" y="18586"/>
                  <a:pt x="2370" y="18753"/>
                  <a:pt x="2620" y="18931"/>
                </a:cubicBezTo>
                <a:cubicBezTo>
                  <a:pt x="2191" y="18979"/>
                  <a:pt x="1619" y="18907"/>
                  <a:pt x="1274" y="18550"/>
                </a:cubicBezTo>
                <a:cubicBezTo>
                  <a:pt x="1488" y="19026"/>
                  <a:pt x="2691" y="19741"/>
                  <a:pt x="2560" y="20205"/>
                </a:cubicBezTo>
                <a:cubicBezTo>
                  <a:pt x="2334" y="20205"/>
                  <a:pt x="2096" y="20169"/>
                  <a:pt x="1893" y="20217"/>
                </a:cubicBezTo>
                <a:cubicBezTo>
                  <a:pt x="2036" y="20622"/>
                  <a:pt x="2441" y="20920"/>
                  <a:pt x="2798" y="20943"/>
                </a:cubicBezTo>
                <a:cubicBezTo>
                  <a:pt x="2143" y="21336"/>
                  <a:pt x="822" y="21348"/>
                  <a:pt x="143" y="20824"/>
                </a:cubicBezTo>
                <a:cubicBezTo>
                  <a:pt x="322" y="21062"/>
                  <a:pt x="357" y="21467"/>
                  <a:pt x="524" y="21753"/>
                </a:cubicBezTo>
                <a:cubicBezTo>
                  <a:pt x="834" y="22289"/>
                  <a:pt x="1191" y="22313"/>
                  <a:pt x="1667" y="22527"/>
                </a:cubicBezTo>
                <a:cubicBezTo>
                  <a:pt x="1548" y="22503"/>
                  <a:pt x="1393" y="22539"/>
                  <a:pt x="1274" y="22539"/>
                </a:cubicBezTo>
                <a:cubicBezTo>
                  <a:pt x="1619" y="22979"/>
                  <a:pt x="1929" y="23396"/>
                  <a:pt x="2441" y="23551"/>
                </a:cubicBezTo>
                <a:cubicBezTo>
                  <a:pt x="2024" y="23384"/>
                  <a:pt x="1536" y="23456"/>
                  <a:pt x="1191" y="23098"/>
                </a:cubicBezTo>
                <a:cubicBezTo>
                  <a:pt x="1334" y="23444"/>
                  <a:pt x="1536" y="23777"/>
                  <a:pt x="1786" y="24015"/>
                </a:cubicBezTo>
                <a:cubicBezTo>
                  <a:pt x="2012" y="24218"/>
                  <a:pt x="2381" y="24229"/>
                  <a:pt x="2501" y="24563"/>
                </a:cubicBezTo>
                <a:cubicBezTo>
                  <a:pt x="2072" y="24491"/>
                  <a:pt x="1500" y="24337"/>
                  <a:pt x="1072" y="24515"/>
                </a:cubicBezTo>
                <a:cubicBezTo>
                  <a:pt x="1679" y="24527"/>
                  <a:pt x="2453" y="24932"/>
                  <a:pt x="2810" y="25539"/>
                </a:cubicBezTo>
                <a:cubicBezTo>
                  <a:pt x="2167" y="25575"/>
                  <a:pt x="1560" y="25718"/>
                  <a:pt x="905" y="25682"/>
                </a:cubicBezTo>
                <a:cubicBezTo>
                  <a:pt x="1096" y="26075"/>
                  <a:pt x="2072" y="26289"/>
                  <a:pt x="2393" y="26694"/>
                </a:cubicBezTo>
                <a:cubicBezTo>
                  <a:pt x="1917" y="26551"/>
                  <a:pt x="1358" y="26599"/>
                  <a:pt x="857" y="26634"/>
                </a:cubicBezTo>
                <a:cubicBezTo>
                  <a:pt x="1012" y="26837"/>
                  <a:pt x="1191" y="27027"/>
                  <a:pt x="1381" y="27206"/>
                </a:cubicBezTo>
                <a:cubicBezTo>
                  <a:pt x="1072" y="27075"/>
                  <a:pt x="369" y="26956"/>
                  <a:pt x="0" y="26670"/>
                </a:cubicBezTo>
                <a:cubicBezTo>
                  <a:pt x="107" y="26920"/>
                  <a:pt x="191" y="27218"/>
                  <a:pt x="453" y="2742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" name="Google Shape;26;p6"/>
          <p:cNvSpPr/>
          <p:nvPr/>
        </p:nvSpPr>
        <p:spPr>
          <a:xfrm>
            <a:off x="-762000" y="4632825"/>
            <a:ext cx="10126828" cy="812748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713225" y="919900"/>
            <a:ext cx="3149700" cy="182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9" name="Google Shape;29;p7"/>
          <p:cNvSpPr txBox="1"/>
          <p:nvPr>
            <p:ph type="subTitle" idx="1"/>
          </p:nvPr>
        </p:nvSpPr>
        <p:spPr>
          <a:xfrm>
            <a:off x="713225" y="2721487"/>
            <a:ext cx="3820200" cy="119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7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0" name="Google Shape;30;p7"/>
          <p:cNvSpPr/>
          <p:nvPr>
            <p:ph type="pic" idx="2"/>
          </p:nvPr>
        </p:nvSpPr>
        <p:spPr>
          <a:xfrm>
            <a:off x="4697325" y="397050"/>
            <a:ext cx="3662400" cy="4349400"/>
          </a:xfrm>
          <a:prstGeom prst="rect">
            <a:avLst/>
          </a:prstGeom>
          <a:noFill/>
          <a:ln>
            <a:noFill/>
          </a:ln>
        </p:spPr>
      </p:sp>
      <p:sp>
        <p:nvSpPr>
          <p:cNvPr id="31" name="Google Shape;31;p7"/>
          <p:cNvSpPr/>
          <p:nvPr/>
        </p:nvSpPr>
        <p:spPr>
          <a:xfrm>
            <a:off x="-2366025" y="3642800"/>
            <a:ext cx="6899449" cy="2760895"/>
          </a:xfrm>
          <a:custGeom>
            <a:avLst/>
            <a:gdLst/>
            <a:ahLst/>
            <a:cxnLst/>
            <a:rect l="l" t="t" r="r" b="b"/>
            <a:pathLst>
              <a:path w="240127" h="79668" extrusionOk="0">
                <a:moveTo>
                  <a:pt x="240127" y="66111"/>
                </a:moveTo>
                <a:cubicBezTo>
                  <a:pt x="240127" y="66111"/>
                  <a:pt x="203348" y="53558"/>
                  <a:pt x="198181" y="51734"/>
                </a:cubicBezTo>
                <a:cubicBezTo>
                  <a:pt x="193013" y="49910"/>
                  <a:pt x="176144" y="39028"/>
                  <a:pt x="172527" y="37509"/>
                </a:cubicBezTo>
                <a:cubicBezTo>
                  <a:pt x="168909" y="35989"/>
                  <a:pt x="158970" y="35989"/>
                  <a:pt x="158970" y="35989"/>
                </a:cubicBezTo>
                <a:lnTo>
                  <a:pt x="154684" y="32433"/>
                </a:lnTo>
                <a:lnTo>
                  <a:pt x="146417" y="30427"/>
                </a:lnTo>
                <a:lnTo>
                  <a:pt x="143164" y="29180"/>
                </a:lnTo>
                <a:lnTo>
                  <a:pt x="134866" y="21308"/>
                </a:lnTo>
                <a:cubicBezTo>
                  <a:pt x="134866" y="21308"/>
                  <a:pt x="126811" y="20822"/>
                  <a:pt x="122039" y="19788"/>
                </a:cubicBezTo>
                <a:cubicBezTo>
                  <a:pt x="117267" y="18755"/>
                  <a:pt x="108908" y="17235"/>
                  <a:pt x="108908" y="17235"/>
                </a:cubicBezTo>
                <a:lnTo>
                  <a:pt x="91674" y="9393"/>
                </a:lnTo>
                <a:lnTo>
                  <a:pt x="70883" y="1520"/>
                </a:lnTo>
                <a:lnTo>
                  <a:pt x="56202" y="1"/>
                </a:lnTo>
                <a:lnTo>
                  <a:pt x="50366" y="5593"/>
                </a:lnTo>
                <a:cubicBezTo>
                  <a:pt x="50366" y="5593"/>
                  <a:pt x="46324" y="17995"/>
                  <a:pt x="42767" y="20031"/>
                </a:cubicBezTo>
                <a:cubicBezTo>
                  <a:pt x="39241" y="22037"/>
                  <a:pt x="30609" y="26475"/>
                  <a:pt x="30609" y="26475"/>
                </a:cubicBezTo>
                <a:lnTo>
                  <a:pt x="21217" y="33041"/>
                </a:lnTo>
                <a:lnTo>
                  <a:pt x="13405" y="33041"/>
                </a:lnTo>
                <a:lnTo>
                  <a:pt x="1" y="45807"/>
                </a:lnTo>
                <a:lnTo>
                  <a:pt x="1" y="79667"/>
                </a:lnTo>
                <a:lnTo>
                  <a:pt x="240127" y="79667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713225" y="1410750"/>
            <a:ext cx="4021200" cy="232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2310750" y="1460375"/>
            <a:ext cx="4522500" cy="72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6" name="Google Shape;36;p9"/>
          <p:cNvSpPr txBox="1"/>
          <p:nvPr>
            <p:ph type="subTitle" idx="1"/>
          </p:nvPr>
        </p:nvSpPr>
        <p:spPr>
          <a:xfrm>
            <a:off x="2310750" y="2121625"/>
            <a:ext cx="4522500" cy="15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1781850" y="445025"/>
            <a:ext cx="5580300" cy="1333200"/>
          </a:xfrm>
          <a:prstGeom prst="rect">
            <a:avLst/>
          </a:pr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5400700" scaled="0"/>
          </a:gra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1"/>
          <p:cNvSpPr txBox="1"/>
          <p:nvPr>
            <p:ph type="title" hasCustomPrompt="1"/>
          </p:nvPr>
        </p:nvSpPr>
        <p:spPr>
          <a:xfrm>
            <a:off x="5005375" y="1613688"/>
            <a:ext cx="3425400" cy="119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2" name="Google Shape;42;p11"/>
          <p:cNvSpPr txBox="1"/>
          <p:nvPr>
            <p:ph type="subTitle" idx="1"/>
          </p:nvPr>
        </p:nvSpPr>
        <p:spPr>
          <a:xfrm>
            <a:off x="5005375" y="2738413"/>
            <a:ext cx="3425400" cy="79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bg>
      <p:bgPr>
        <a:noFill/>
        <a:effectLst/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3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46" name="Google Shape;46;p13"/>
          <p:cNvSpPr txBox="1"/>
          <p:nvPr>
            <p:ph type="subTitle" idx="1"/>
          </p:nvPr>
        </p:nvSpPr>
        <p:spPr>
          <a:xfrm>
            <a:off x="1600800" y="1392800"/>
            <a:ext cx="29187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47" name="Google Shape;47;p13"/>
          <p:cNvSpPr txBox="1"/>
          <p:nvPr>
            <p:ph type="subTitle" idx="2"/>
          </p:nvPr>
        </p:nvSpPr>
        <p:spPr>
          <a:xfrm>
            <a:off x="1600800" y="1737530"/>
            <a:ext cx="2918700" cy="612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48" name="Google Shape;48;p13"/>
          <p:cNvSpPr txBox="1"/>
          <p:nvPr>
            <p:ph type="title" idx="3" hasCustomPrompt="1"/>
          </p:nvPr>
        </p:nvSpPr>
        <p:spPr>
          <a:xfrm>
            <a:off x="713224" y="1612700"/>
            <a:ext cx="796800" cy="50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36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9" name="Google Shape;49;p13"/>
          <p:cNvSpPr txBox="1"/>
          <p:nvPr>
            <p:ph type="subTitle" idx="4"/>
          </p:nvPr>
        </p:nvSpPr>
        <p:spPr>
          <a:xfrm>
            <a:off x="1600800" y="3453042"/>
            <a:ext cx="29187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type="subTitle" idx="5"/>
          </p:nvPr>
        </p:nvSpPr>
        <p:spPr>
          <a:xfrm>
            <a:off x="1600800" y="3797775"/>
            <a:ext cx="2918700" cy="612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type="title" idx="6" hasCustomPrompt="1"/>
          </p:nvPr>
        </p:nvSpPr>
        <p:spPr>
          <a:xfrm>
            <a:off x="713224" y="3672973"/>
            <a:ext cx="796800" cy="50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36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" name="Google Shape;52;p13"/>
          <p:cNvSpPr txBox="1"/>
          <p:nvPr>
            <p:ph type="subTitle" idx="7"/>
          </p:nvPr>
        </p:nvSpPr>
        <p:spPr>
          <a:xfrm>
            <a:off x="1600800" y="2422917"/>
            <a:ext cx="29187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type="subTitle" idx="8"/>
          </p:nvPr>
        </p:nvSpPr>
        <p:spPr>
          <a:xfrm>
            <a:off x="1600800" y="2767646"/>
            <a:ext cx="2918700" cy="612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54" name="Google Shape;54;p13"/>
          <p:cNvSpPr txBox="1"/>
          <p:nvPr>
            <p:ph type="title" idx="9" hasCustomPrompt="1"/>
          </p:nvPr>
        </p:nvSpPr>
        <p:spPr>
          <a:xfrm>
            <a:off x="713224" y="2642830"/>
            <a:ext cx="796800" cy="50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36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19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/>
          <p:nvPr>
            <p:ph type="title"/>
          </p:nvPr>
        </p:nvSpPr>
        <p:spPr>
          <a:xfrm>
            <a:off x="3354475" y="3198713"/>
            <a:ext cx="5076300" cy="49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>
                <a:solidFill>
                  <a:schemeClr val="dk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7" name="Google Shape;57;p14"/>
          <p:cNvSpPr txBox="1"/>
          <p:nvPr>
            <p:ph type="subTitle" idx="1"/>
          </p:nvPr>
        </p:nvSpPr>
        <p:spPr>
          <a:xfrm>
            <a:off x="3354475" y="1296188"/>
            <a:ext cx="5076300" cy="1899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2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5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subTitle" idx="1"/>
          </p:nvPr>
        </p:nvSpPr>
        <p:spPr>
          <a:xfrm flipH="1">
            <a:off x="5246277" y="3022488"/>
            <a:ext cx="3184500" cy="6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type="title"/>
          </p:nvPr>
        </p:nvSpPr>
        <p:spPr>
          <a:xfrm flipH="1">
            <a:off x="3907077" y="2096388"/>
            <a:ext cx="4523700" cy="92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1" name="Google Shape;61;p15"/>
          <p:cNvSpPr txBox="1"/>
          <p:nvPr>
            <p:ph type="title" idx="2" hasCustomPrompt="1"/>
          </p:nvPr>
        </p:nvSpPr>
        <p:spPr>
          <a:xfrm flipH="1">
            <a:off x="6579477" y="1127400"/>
            <a:ext cx="1851300" cy="101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8900"/>
              <a:buNone/>
              <a:defRPr sz="7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2pPr>
            <a:lvl3pPr lvl="2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3pPr>
            <a:lvl4pPr lvl="3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4pPr>
            <a:lvl5pPr lvl="4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5pPr>
            <a:lvl6pPr lvl="5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6pPr>
            <a:lvl7pPr lvl="6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7pPr>
            <a:lvl8pPr lvl="7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8pPr>
            <a:lvl9pPr lvl="8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8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 txBox="1"/>
          <p:nvPr>
            <p:ph type="subTitle" idx="1"/>
          </p:nvPr>
        </p:nvSpPr>
        <p:spPr>
          <a:xfrm flipH="1">
            <a:off x="2979752" y="3022488"/>
            <a:ext cx="3184500" cy="6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type="title"/>
          </p:nvPr>
        </p:nvSpPr>
        <p:spPr>
          <a:xfrm flipH="1">
            <a:off x="2310152" y="2096388"/>
            <a:ext cx="4523700" cy="92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5" name="Google Shape;65;p16"/>
          <p:cNvSpPr txBox="1"/>
          <p:nvPr>
            <p:ph type="title" idx="2" hasCustomPrompt="1"/>
          </p:nvPr>
        </p:nvSpPr>
        <p:spPr>
          <a:xfrm flipH="1">
            <a:off x="3646352" y="1127400"/>
            <a:ext cx="1851300" cy="101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8900"/>
              <a:buNone/>
              <a:defRPr sz="7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2pPr>
            <a:lvl3pPr lvl="2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3pPr>
            <a:lvl4pPr lvl="3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4pPr>
            <a:lvl5pPr lvl="4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5pPr>
            <a:lvl6pPr lvl="5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6pPr>
            <a:lvl7pPr lvl="6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7pPr>
            <a:lvl8pPr lvl="7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8pPr>
            <a:lvl9pPr lvl="8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9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subTitle" idx="1"/>
          </p:nvPr>
        </p:nvSpPr>
        <p:spPr>
          <a:xfrm flipH="1">
            <a:off x="713225" y="1388072"/>
            <a:ext cx="5074800" cy="3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68" name="Google Shape;68;p17"/>
          <p:cNvSpPr txBox="1"/>
          <p:nvPr>
            <p:ph type="title" hasCustomPrompt="1"/>
          </p:nvPr>
        </p:nvSpPr>
        <p:spPr>
          <a:xfrm flipH="1">
            <a:off x="713225" y="671075"/>
            <a:ext cx="5074800" cy="71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51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69" name="Google Shape;69;p17"/>
          <p:cNvSpPr txBox="1"/>
          <p:nvPr>
            <p:ph type="subTitle" idx="2"/>
          </p:nvPr>
        </p:nvSpPr>
        <p:spPr>
          <a:xfrm flipH="1">
            <a:off x="713225" y="2588399"/>
            <a:ext cx="5074800" cy="3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70" name="Google Shape;70;p17"/>
          <p:cNvSpPr txBox="1"/>
          <p:nvPr>
            <p:ph type="title" idx="3" hasCustomPrompt="1"/>
          </p:nvPr>
        </p:nvSpPr>
        <p:spPr>
          <a:xfrm flipH="1">
            <a:off x="713225" y="1880770"/>
            <a:ext cx="5074800" cy="71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51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71" name="Google Shape;71;p17"/>
          <p:cNvSpPr txBox="1"/>
          <p:nvPr>
            <p:ph type="subTitle" idx="4"/>
          </p:nvPr>
        </p:nvSpPr>
        <p:spPr>
          <a:xfrm flipH="1">
            <a:off x="713225" y="3788725"/>
            <a:ext cx="5074800" cy="3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72" name="Google Shape;72;p17"/>
          <p:cNvSpPr txBox="1"/>
          <p:nvPr>
            <p:ph type="title" idx="5" hasCustomPrompt="1"/>
          </p:nvPr>
        </p:nvSpPr>
        <p:spPr>
          <a:xfrm flipH="1">
            <a:off x="713225" y="3090464"/>
            <a:ext cx="5074800" cy="71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51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12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8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75" name="Google Shape;75;p18"/>
          <p:cNvSpPr txBox="1"/>
          <p:nvPr>
            <p:ph type="subTitle" idx="1"/>
          </p:nvPr>
        </p:nvSpPr>
        <p:spPr>
          <a:xfrm>
            <a:off x="1202350" y="3359950"/>
            <a:ext cx="2262900" cy="44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76" name="Google Shape;76;p18"/>
          <p:cNvSpPr txBox="1"/>
          <p:nvPr>
            <p:ph type="subTitle" idx="2"/>
          </p:nvPr>
        </p:nvSpPr>
        <p:spPr>
          <a:xfrm>
            <a:off x="1202353" y="3665375"/>
            <a:ext cx="2262900" cy="562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77" name="Google Shape;77;p18"/>
          <p:cNvSpPr txBox="1"/>
          <p:nvPr>
            <p:ph type="title" idx="3" hasCustomPrompt="1"/>
          </p:nvPr>
        </p:nvSpPr>
        <p:spPr>
          <a:xfrm>
            <a:off x="1683440" y="1328588"/>
            <a:ext cx="1300800" cy="50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25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8"/>
          <p:cNvSpPr txBox="1"/>
          <p:nvPr>
            <p:ph type="subTitle" idx="4"/>
          </p:nvPr>
        </p:nvSpPr>
        <p:spPr>
          <a:xfrm>
            <a:off x="5678750" y="3359950"/>
            <a:ext cx="2262900" cy="44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79" name="Google Shape;79;p18"/>
          <p:cNvSpPr txBox="1"/>
          <p:nvPr>
            <p:ph type="subTitle" idx="5"/>
          </p:nvPr>
        </p:nvSpPr>
        <p:spPr>
          <a:xfrm>
            <a:off x="5678753" y="3665375"/>
            <a:ext cx="2262900" cy="562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type="title" idx="6" hasCustomPrompt="1"/>
          </p:nvPr>
        </p:nvSpPr>
        <p:spPr>
          <a:xfrm>
            <a:off x="6159762" y="1328588"/>
            <a:ext cx="1300800" cy="50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25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1" name="Google Shape;81;p18"/>
          <p:cNvSpPr/>
          <p:nvPr/>
        </p:nvSpPr>
        <p:spPr>
          <a:xfrm>
            <a:off x="7633975" y="2096325"/>
            <a:ext cx="3485770" cy="3096571"/>
          </a:xfrm>
          <a:custGeom>
            <a:avLst/>
            <a:gdLst/>
            <a:ahLst/>
            <a:cxnLst/>
            <a:rect l="l" t="t" r="r" b="b"/>
            <a:pathLst>
              <a:path w="104380" h="46020" extrusionOk="0">
                <a:moveTo>
                  <a:pt x="104379" y="46019"/>
                </a:moveTo>
                <a:cubicBezTo>
                  <a:pt x="103619" y="45411"/>
                  <a:pt x="102859" y="44773"/>
                  <a:pt x="102069" y="44196"/>
                </a:cubicBezTo>
                <a:cubicBezTo>
                  <a:pt x="100914" y="43314"/>
                  <a:pt x="99607" y="42828"/>
                  <a:pt x="98391" y="42068"/>
                </a:cubicBezTo>
                <a:cubicBezTo>
                  <a:pt x="96324" y="40822"/>
                  <a:pt x="94379" y="39028"/>
                  <a:pt x="92677" y="37326"/>
                </a:cubicBezTo>
                <a:cubicBezTo>
                  <a:pt x="91248" y="35867"/>
                  <a:pt x="89941" y="34317"/>
                  <a:pt x="88543" y="32858"/>
                </a:cubicBezTo>
                <a:cubicBezTo>
                  <a:pt x="87996" y="32311"/>
                  <a:pt x="87358" y="31885"/>
                  <a:pt x="86871" y="31277"/>
                </a:cubicBezTo>
                <a:cubicBezTo>
                  <a:pt x="86020" y="30274"/>
                  <a:pt x="85412" y="29150"/>
                  <a:pt x="84713" y="28086"/>
                </a:cubicBezTo>
                <a:cubicBezTo>
                  <a:pt x="82737" y="25198"/>
                  <a:pt x="79303" y="23101"/>
                  <a:pt x="76537" y="20973"/>
                </a:cubicBezTo>
                <a:cubicBezTo>
                  <a:pt x="74683" y="19575"/>
                  <a:pt x="72920" y="18055"/>
                  <a:pt x="71187" y="16505"/>
                </a:cubicBezTo>
                <a:cubicBezTo>
                  <a:pt x="70062" y="15502"/>
                  <a:pt x="68999" y="14560"/>
                  <a:pt x="67996" y="13526"/>
                </a:cubicBezTo>
                <a:cubicBezTo>
                  <a:pt x="67266" y="12827"/>
                  <a:pt x="66476" y="12280"/>
                  <a:pt x="65746" y="11642"/>
                </a:cubicBezTo>
                <a:cubicBezTo>
                  <a:pt x="63892" y="9940"/>
                  <a:pt x="62068" y="7842"/>
                  <a:pt x="59819" y="6627"/>
                </a:cubicBezTo>
                <a:cubicBezTo>
                  <a:pt x="58786" y="6049"/>
                  <a:pt x="57752" y="5289"/>
                  <a:pt x="56780" y="4651"/>
                </a:cubicBezTo>
                <a:cubicBezTo>
                  <a:pt x="55837" y="4013"/>
                  <a:pt x="55381" y="3283"/>
                  <a:pt x="54621" y="2432"/>
                </a:cubicBezTo>
                <a:cubicBezTo>
                  <a:pt x="54074" y="1824"/>
                  <a:pt x="53406" y="973"/>
                  <a:pt x="52737" y="456"/>
                </a:cubicBezTo>
                <a:cubicBezTo>
                  <a:pt x="52281" y="92"/>
                  <a:pt x="52068" y="152"/>
                  <a:pt x="51369" y="152"/>
                </a:cubicBezTo>
                <a:cubicBezTo>
                  <a:pt x="50700" y="152"/>
                  <a:pt x="49940" y="0"/>
                  <a:pt x="49333" y="456"/>
                </a:cubicBezTo>
                <a:cubicBezTo>
                  <a:pt x="48846" y="851"/>
                  <a:pt x="48421" y="1611"/>
                  <a:pt x="48026" y="2128"/>
                </a:cubicBezTo>
                <a:cubicBezTo>
                  <a:pt x="46719" y="4073"/>
                  <a:pt x="45655" y="6231"/>
                  <a:pt x="43922" y="7903"/>
                </a:cubicBezTo>
                <a:cubicBezTo>
                  <a:pt x="42706" y="9119"/>
                  <a:pt x="41004" y="9970"/>
                  <a:pt x="39606" y="10943"/>
                </a:cubicBezTo>
                <a:cubicBezTo>
                  <a:pt x="37022" y="12736"/>
                  <a:pt x="35685" y="15654"/>
                  <a:pt x="33831" y="18086"/>
                </a:cubicBezTo>
                <a:cubicBezTo>
                  <a:pt x="32585" y="19757"/>
                  <a:pt x="31399" y="21125"/>
                  <a:pt x="29271" y="21277"/>
                </a:cubicBezTo>
                <a:cubicBezTo>
                  <a:pt x="28633" y="21338"/>
                  <a:pt x="27964" y="21216"/>
                  <a:pt x="27326" y="21338"/>
                </a:cubicBezTo>
                <a:cubicBezTo>
                  <a:pt x="24986" y="21703"/>
                  <a:pt x="23527" y="23071"/>
                  <a:pt x="21642" y="24408"/>
                </a:cubicBezTo>
                <a:cubicBezTo>
                  <a:pt x="20426" y="25289"/>
                  <a:pt x="19545" y="26080"/>
                  <a:pt x="18785" y="27417"/>
                </a:cubicBezTo>
                <a:cubicBezTo>
                  <a:pt x="18086" y="28633"/>
                  <a:pt x="17721" y="29697"/>
                  <a:pt x="16688" y="30639"/>
                </a:cubicBezTo>
                <a:cubicBezTo>
                  <a:pt x="15654" y="31612"/>
                  <a:pt x="15107" y="32828"/>
                  <a:pt x="13982" y="33739"/>
                </a:cubicBezTo>
                <a:cubicBezTo>
                  <a:pt x="13283" y="34347"/>
                  <a:pt x="12675" y="35077"/>
                  <a:pt x="11915" y="35685"/>
                </a:cubicBezTo>
                <a:cubicBezTo>
                  <a:pt x="9970" y="37235"/>
                  <a:pt x="7660" y="38299"/>
                  <a:pt x="5624" y="39819"/>
                </a:cubicBezTo>
                <a:cubicBezTo>
                  <a:pt x="4529" y="40670"/>
                  <a:pt x="3131" y="41430"/>
                  <a:pt x="2371" y="42615"/>
                </a:cubicBezTo>
                <a:cubicBezTo>
                  <a:pt x="1794" y="43466"/>
                  <a:pt x="1702" y="44439"/>
                  <a:pt x="912" y="45138"/>
                </a:cubicBezTo>
                <a:cubicBezTo>
                  <a:pt x="578" y="45442"/>
                  <a:pt x="244" y="45655"/>
                  <a:pt x="0" y="45989"/>
                </a:cubicBezTo>
                <a:lnTo>
                  <a:pt x="104379" y="4598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18"/>
          <p:cNvSpPr/>
          <p:nvPr/>
        </p:nvSpPr>
        <p:spPr>
          <a:xfrm>
            <a:off x="-710275" y="1626426"/>
            <a:ext cx="2022623" cy="3723708"/>
          </a:xfrm>
          <a:custGeom>
            <a:avLst/>
            <a:gdLst/>
            <a:ahLst/>
            <a:cxnLst/>
            <a:rect l="l" t="t" r="r" b="b"/>
            <a:pathLst>
              <a:path w="104380" h="46020" extrusionOk="0">
                <a:moveTo>
                  <a:pt x="104379" y="46019"/>
                </a:moveTo>
                <a:cubicBezTo>
                  <a:pt x="103619" y="45411"/>
                  <a:pt x="102859" y="44773"/>
                  <a:pt x="102069" y="44196"/>
                </a:cubicBezTo>
                <a:cubicBezTo>
                  <a:pt x="100914" y="43314"/>
                  <a:pt x="99607" y="42828"/>
                  <a:pt x="98391" y="42068"/>
                </a:cubicBezTo>
                <a:cubicBezTo>
                  <a:pt x="96324" y="40822"/>
                  <a:pt x="94379" y="39028"/>
                  <a:pt x="92677" y="37326"/>
                </a:cubicBezTo>
                <a:cubicBezTo>
                  <a:pt x="91248" y="35867"/>
                  <a:pt x="89941" y="34317"/>
                  <a:pt x="88543" y="32858"/>
                </a:cubicBezTo>
                <a:cubicBezTo>
                  <a:pt x="87996" y="32311"/>
                  <a:pt x="87358" y="31885"/>
                  <a:pt x="86871" y="31277"/>
                </a:cubicBezTo>
                <a:cubicBezTo>
                  <a:pt x="86020" y="30274"/>
                  <a:pt x="85412" y="29150"/>
                  <a:pt x="84713" y="28086"/>
                </a:cubicBezTo>
                <a:cubicBezTo>
                  <a:pt x="82737" y="25198"/>
                  <a:pt x="79303" y="23101"/>
                  <a:pt x="76537" y="20973"/>
                </a:cubicBezTo>
                <a:cubicBezTo>
                  <a:pt x="74683" y="19575"/>
                  <a:pt x="72920" y="18055"/>
                  <a:pt x="71187" y="16505"/>
                </a:cubicBezTo>
                <a:cubicBezTo>
                  <a:pt x="70062" y="15502"/>
                  <a:pt x="68999" y="14560"/>
                  <a:pt x="67996" y="13526"/>
                </a:cubicBezTo>
                <a:cubicBezTo>
                  <a:pt x="67266" y="12827"/>
                  <a:pt x="66476" y="12280"/>
                  <a:pt x="65746" y="11642"/>
                </a:cubicBezTo>
                <a:cubicBezTo>
                  <a:pt x="63892" y="9940"/>
                  <a:pt x="62068" y="7842"/>
                  <a:pt x="59819" y="6627"/>
                </a:cubicBezTo>
                <a:cubicBezTo>
                  <a:pt x="58786" y="6049"/>
                  <a:pt x="57752" y="5289"/>
                  <a:pt x="56780" y="4651"/>
                </a:cubicBezTo>
                <a:cubicBezTo>
                  <a:pt x="55837" y="4013"/>
                  <a:pt x="55381" y="3283"/>
                  <a:pt x="54621" y="2432"/>
                </a:cubicBezTo>
                <a:cubicBezTo>
                  <a:pt x="54074" y="1824"/>
                  <a:pt x="53406" y="973"/>
                  <a:pt x="52737" y="456"/>
                </a:cubicBezTo>
                <a:cubicBezTo>
                  <a:pt x="52281" y="92"/>
                  <a:pt x="52068" y="152"/>
                  <a:pt x="51369" y="152"/>
                </a:cubicBezTo>
                <a:cubicBezTo>
                  <a:pt x="50700" y="152"/>
                  <a:pt x="49940" y="0"/>
                  <a:pt x="49333" y="456"/>
                </a:cubicBezTo>
                <a:cubicBezTo>
                  <a:pt x="48846" y="851"/>
                  <a:pt x="48421" y="1611"/>
                  <a:pt x="48026" y="2128"/>
                </a:cubicBezTo>
                <a:cubicBezTo>
                  <a:pt x="46719" y="4073"/>
                  <a:pt x="45655" y="6231"/>
                  <a:pt x="43922" y="7903"/>
                </a:cubicBezTo>
                <a:cubicBezTo>
                  <a:pt x="42706" y="9119"/>
                  <a:pt x="41004" y="9970"/>
                  <a:pt x="39606" y="10943"/>
                </a:cubicBezTo>
                <a:cubicBezTo>
                  <a:pt x="37022" y="12736"/>
                  <a:pt x="35685" y="15654"/>
                  <a:pt x="33831" y="18086"/>
                </a:cubicBezTo>
                <a:cubicBezTo>
                  <a:pt x="32585" y="19757"/>
                  <a:pt x="31399" y="21125"/>
                  <a:pt x="29271" y="21277"/>
                </a:cubicBezTo>
                <a:cubicBezTo>
                  <a:pt x="28633" y="21338"/>
                  <a:pt x="27964" y="21216"/>
                  <a:pt x="27326" y="21338"/>
                </a:cubicBezTo>
                <a:cubicBezTo>
                  <a:pt x="24986" y="21703"/>
                  <a:pt x="23527" y="23071"/>
                  <a:pt x="21642" y="24408"/>
                </a:cubicBezTo>
                <a:cubicBezTo>
                  <a:pt x="20426" y="25289"/>
                  <a:pt x="19545" y="26080"/>
                  <a:pt x="18785" y="27417"/>
                </a:cubicBezTo>
                <a:cubicBezTo>
                  <a:pt x="18086" y="28633"/>
                  <a:pt x="17721" y="29697"/>
                  <a:pt x="16688" y="30639"/>
                </a:cubicBezTo>
                <a:cubicBezTo>
                  <a:pt x="15654" y="31612"/>
                  <a:pt x="15107" y="32828"/>
                  <a:pt x="13982" y="33739"/>
                </a:cubicBezTo>
                <a:cubicBezTo>
                  <a:pt x="13283" y="34347"/>
                  <a:pt x="12675" y="35077"/>
                  <a:pt x="11915" y="35685"/>
                </a:cubicBezTo>
                <a:cubicBezTo>
                  <a:pt x="9970" y="37235"/>
                  <a:pt x="7660" y="38299"/>
                  <a:pt x="5624" y="39819"/>
                </a:cubicBezTo>
                <a:cubicBezTo>
                  <a:pt x="4529" y="40670"/>
                  <a:pt x="3131" y="41430"/>
                  <a:pt x="2371" y="42615"/>
                </a:cubicBezTo>
                <a:cubicBezTo>
                  <a:pt x="1794" y="43466"/>
                  <a:pt x="1702" y="44439"/>
                  <a:pt x="912" y="45138"/>
                </a:cubicBezTo>
                <a:cubicBezTo>
                  <a:pt x="578" y="45442"/>
                  <a:pt x="244" y="45655"/>
                  <a:pt x="0" y="45989"/>
                </a:cubicBezTo>
                <a:lnTo>
                  <a:pt x="104379" y="459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" name="Google Shape;83;p18"/>
          <p:cNvSpPr/>
          <p:nvPr/>
        </p:nvSpPr>
        <p:spPr>
          <a:xfrm>
            <a:off x="0" y="43280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9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86" name="Google Shape;86;p19"/>
          <p:cNvSpPr/>
          <p:nvPr/>
        </p:nvSpPr>
        <p:spPr>
          <a:xfrm>
            <a:off x="-2008291" y="1783576"/>
            <a:ext cx="2721515" cy="485696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6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0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89" name="Google Shape;89;p20"/>
          <p:cNvSpPr/>
          <p:nvPr/>
        </p:nvSpPr>
        <p:spPr>
          <a:xfrm>
            <a:off x="-1247974" y="754100"/>
            <a:ext cx="2190675" cy="4315410"/>
          </a:xfrm>
          <a:custGeom>
            <a:avLst/>
            <a:gdLst/>
            <a:ahLst/>
            <a:cxnLst/>
            <a:rect l="l" t="t" r="r" b="b"/>
            <a:pathLst>
              <a:path w="104380" h="46020" extrusionOk="0">
                <a:moveTo>
                  <a:pt x="104379" y="46019"/>
                </a:moveTo>
                <a:cubicBezTo>
                  <a:pt x="103619" y="45411"/>
                  <a:pt x="102859" y="44773"/>
                  <a:pt x="102069" y="44196"/>
                </a:cubicBezTo>
                <a:cubicBezTo>
                  <a:pt x="100914" y="43314"/>
                  <a:pt x="99607" y="42828"/>
                  <a:pt x="98391" y="42068"/>
                </a:cubicBezTo>
                <a:cubicBezTo>
                  <a:pt x="96324" y="40822"/>
                  <a:pt x="94379" y="39028"/>
                  <a:pt x="92677" y="37326"/>
                </a:cubicBezTo>
                <a:cubicBezTo>
                  <a:pt x="91248" y="35867"/>
                  <a:pt x="89941" y="34317"/>
                  <a:pt x="88543" y="32858"/>
                </a:cubicBezTo>
                <a:cubicBezTo>
                  <a:pt x="87996" y="32311"/>
                  <a:pt x="87358" y="31885"/>
                  <a:pt x="86871" y="31277"/>
                </a:cubicBezTo>
                <a:cubicBezTo>
                  <a:pt x="86020" y="30274"/>
                  <a:pt x="85412" y="29150"/>
                  <a:pt x="84713" y="28086"/>
                </a:cubicBezTo>
                <a:cubicBezTo>
                  <a:pt x="82737" y="25198"/>
                  <a:pt x="79303" y="23101"/>
                  <a:pt x="76537" y="20973"/>
                </a:cubicBezTo>
                <a:cubicBezTo>
                  <a:pt x="74683" y="19575"/>
                  <a:pt x="72920" y="18055"/>
                  <a:pt x="71187" y="16505"/>
                </a:cubicBezTo>
                <a:cubicBezTo>
                  <a:pt x="70062" y="15502"/>
                  <a:pt x="68999" y="14560"/>
                  <a:pt x="67996" y="13526"/>
                </a:cubicBezTo>
                <a:cubicBezTo>
                  <a:pt x="67266" y="12827"/>
                  <a:pt x="66476" y="12280"/>
                  <a:pt x="65746" y="11642"/>
                </a:cubicBezTo>
                <a:cubicBezTo>
                  <a:pt x="63892" y="9940"/>
                  <a:pt x="62068" y="7842"/>
                  <a:pt x="59819" y="6627"/>
                </a:cubicBezTo>
                <a:cubicBezTo>
                  <a:pt x="58786" y="6049"/>
                  <a:pt x="57752" y="5289"/>
                  <a:pt x="56780" y="4651"/>
                </a:cubicBezTo>
                <a:cubicBezTo>
                  <a:pt x="55837" y="4013"/>
                  <a:pt x="55381" y="3283"/>
                  <a:pt x="54621" y="2432"/>
                </a:cubicBezTo>
                <a:cubicBezTo>
                  <a:pt x="54074" y="1824"/>
                  <a:pt x="53406" y="973"/>
                  <a:pt x="52737" y="456"/>
                </a:cubicBezTo>
                <a:cubicBezTo>
                  <a:pt x="52281" y="92"/>
                  <a:pt x="52068" y="152"/>
                  <a:pt x="51369" y="152"/>
                </a:cubicBezTo>
                <a:cubicBezTo>
                  <a:pt x="50700" y="152"/>
                  <a:pt x="49940" y="0"/>
                  <a:pt x="49333" y="456"/>
                </a:cubicBezTo>
                <a:cubicBezTo>
                  <a:pt x="48846" y="851"/>
                  <a:pt x="48421" y="1611"/>
                  <a:pt x="48026" y="2128"/>
                </a:cubicBezTo>
                <a:cubicBezTo>
                  <a:pt x="46719" y="4073"/>
                  <a:pt x="45655" y="6231"/>
                  <a:pt x="43922" y="7903"/>
                </a:cubicBezTo>
                <a:cubicBezTo>
                  <a:pt x="42706" y="9119"/>
                  <a:pt x="41004" y="9970"/>
                  <a:pt x="39606" y="10943"/>
                </a:cubicBezTo>
                <a:cubicBezTo>
                  <a:pt x="37022" y="12736"/>
                  <a:pt x="35685" y="15654"/>
                  <a:pt x="33831" y="18086"/>
                </a:cubicBezTo>
                <a:cubicBezTo>
                  <a:pt x="32585" y="19757"/>
                  <a:pt x="31399" y="21125"/>
                  <a:pt x="29271" y="21277"/>
                </a:cubicBezTo>
                <a:cubicBezTo>
                  <a:pt x="28633" y="21338"/>
                  <a:pt x="27964" y="21216"/>
                  <a:pt x="27326" y="21338"/>
                </a:cubicBezTo>
                <a:cubicBezTo>
                  <a:pt x="24986" y="21703"/>
                  <a:pt x="23527" y="23071"/>
                  <a:pt x="21642" y="24408"/>
                </a:cubicBezTo>
                <a:cubicBezTo>
                  <a:pt x="20426" y="25289"/>
                  <a:pt x="19545" y="26080"/>
                  <a:pt x="18785" y="27417"/>
                </a:cubicBezTo>
                <a:cubicBezTo>
                  <a:pt x="18086" y="28633"/>
                  <a:pt x="17721" y="29697"/>
                  <a:pt x="16688" y="30639"/>
                </a:cubicBezTo>
                <a:cubicBezTo>
                  <a:pt x="15654" y="31612"/>
                  <a:pt x="15107" y="32828"/>
                  <a:pt x="13982" y="33739"/>
                </a:cubicBezTo>
                <a:cubicBezTo>
                  <a:pt x="13283" y="34347"/>
                  <a:pt x="12675" y="35077"/>
                  <a:pt x="11915" y="35685"/>
                </a:cubicBezTo>
                <a:cubicBezTo>
                  <a:pt x="9970" y="37235"/>
                  <a:pt x="7660" y="38299"/>
                  <a:pt x="5624" y="39819"/>
                </a:cubicBezTo>
                <a:cubicBezTo>
                  <a:pt x="4529" y="40670"/>
                  <a:pt x="3131" y="41430"/>
                  <a:pt x="2371" y="42615"/>
                </a:cubicBezTo>
                <a:cubicBezTo>
                  <a:pt x="1794" y="43466"/>
                  <a:pt x="1702" y="44439"/>
                  <a:pt x="912" y="45138"/>
                </a:cubicBezTo>
                <a:cubicBezTo>
                  <a:pt x="578" y="45442"/>
                  <a:pt x="244" y="45655"/>
                  <a:pt x="0" y="45989"/>
                </a:cubicBezTo>
                <a:lnTo>
                  <a:pt x="104379" y="459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" name="Google Shape;90;p20"/>
          <p:cNvSpPr/>
          <p:nvPr/>
        </p:nvSpPr>
        <p:spPr>
          <a:xfrm>
            <a:off x="8080825" y="1626426"/>
            <a:ext cx="2022623" cy="3723708"/>
          </a:xfrm>
          <a:custGeom>
            <a:avLst/>
            <a:gdLst/>
            <a:ahLst/>
            <a:cxnLst/>
            <a:rect l="l" t="t" r="r" b="b"/>
            <a:pathLst>
              <a:path w="104380" h="46020" extrusionOk="0">
                <a:moveTo>
                  <a:pt x="104379" y="46019"/>
                </a:moveTo>
                <a:cubicBezTo>
                  <a:pt x="103619" y="45411"/>
                  <a:pt x="102859" y="44773"/>
                  <a:pt x="102069" y="44196"/>
                </a:cubicBezTo>
                <a:cubicBezTo>
                  <a:pt x="100914" y="43314"/>
                  <a:pt x="99607" y="42828"/>
                  <a:pt x="98391" y="42068"/>
                </a:cubicBezTo>
                <a:cubicBezTo>
                  <a:pt x="96324" y="40822"/>
                  <a:pt x="94379" y="39028"/>
                  <a:pt x="92677" y="37326"/>
                </a:cubicBezTo>
                <a:cubicBezTo>
                  <a:pt x="91248" y="35867"/>
                  <a:pt x="89941" y="34317"/>
                  <a:pt x="88543" y="32858"/>
                </a:cubicBezTo>
                <a:cubicBezTo>
                  <a:pt x="87996" y="32311"/>
                  <a:pt x="87358" y="31885"/>
                  <a:pt x="86871" y="31277"/>
                </a:cubicBezTo>
                <a:cubicBezTo>
                  <a:pt x="86020" y="30274"/>
                  <a:pt x="85412" y="29150"/>
                  <a:pt x="84713" y="28086"/>
                </a:cubicBezTo>
                <a:cubicBezTo>
                  <a:pt x="82737" y="25198"/>
                  <a:pt x="79303" y="23101"/>
                  <a:pt x="76537" y="20973"/>
                </a:cubicBezTo>
                <a:cubicBezTo>
                  <a:pt x="74683" y="19575"/>
                  <a:pt x="72920" y="18055"/>
                  <a:pt x="71187" y="16505"/>
                </a:cubicBezTo>
                <a:cubicBezTo>
                  <a:pt x="70062" y="15502"/>
                  <a:pt x="68999" y="14560"/>
                  <a:pt x="67996" y="13526"/>
                </a:cubicBezTo>
                <a:cubicBezTo>
                  <a:pt x="67266" y="12827"/>
                  <a:pt x="66476" y="12280"/>
                  <a:pt x="65746" y="11642"/>
                </a:cubicBezTo>
                <a:cubicBezTo>
                  <a:pt x="63892" y="9940"/>
                  <a:pt x="62068" y="7842"/>
                  <a:pt x="59819" y="6627"/>
                </a:cubicBezTo>
                <a:cubicBezTo>
                  <a:pt x="58786" y="6049"/>
                  <a:pt x="57752" y="5289"/>
                  <a:pt x="56780" y="4651"/>
                </a:cubicBezTo>
                <a:cubicBezTo>
                  <a:pt x="55837" y="4013"/>
                  <a:pt x="55381" y="3283"/>
                  <a:pt x="54621" y="2432"/>
                </a:cubicBezTo>
                <a:cubicBezTo>
                  <a:pt x="54074" y="1824"/>
                  <a:pt x="53406" y="973"/>
                  <a:pt x="52737" y="456"/>
                </a:cubicBezTo>
                <a:cubicBezTo>
                  <a:pt x="52281" y="92"/>
                  <a:pt x="52068" y="152"/>
                  <a:pt x="51369" y="152"/>
                </a:cubicBezTo>
                <a:cubicBezTo>
                  <a:pt x="50700" y="152"/>
                  <a:pt x="49940" y="0"/>
                  <a:pt x="49333" y="456"/>
                </a:cubicBezTo>
                <a:cubicBezTo>
                  <a:pt x="48846" y="851"/>
                  <a:pt x="48421" y="1611"/>
                  <a:pt x="48026" y="2128"/>
                </a:cubicBezTo>
                <a:cubicBezTo>
                  <a:pt x="46719" y="4073"/>
                  <a:pt x="45655" y="6231"/>
                  <a:pt x="43922" y="7903"/>
                </a:cubicBezTo>
                <a:cubicBezTo>
                  <a:pt x="42706" y="9119"/>
                  <a:pt x="41004" y="9970"/>
                  <a:pt x="39606" y="10943"/>
                </a:cubicBezTo>
                <a:cubicBezTo>
                  <a:pt x="37022" y="12736"/>
                  <a:pt x="35685" y="15654"/>
                  <a:pt x="33831" y="18086"/>
                </a:cubicBezTo>
                <a:cubicBezTo>
                  <a:pt x="32585" y="19757"/>
                  <a:pt x="31399" y="21125"/>
                  <a:pt x="29271" y="21277"/>
                </a:cubicBezTo>
                <a:cubicBezTo>
                  <a:pt x="28633" y="21338"/>
                  <a:pt x="27964" y="21216"/>
                  <a:pt x="27326" y="21338"/>
                </a:cubicBezTo>
                <a:cubicBezTo>
                  <a:pt x="24986" y="21703"/>
                  <a:pt x="23527" y="23071"/>
                  <a:pt x="21642" y="24408"/>
                </a:cubicBezTo>
                <a:cubicBezTo>
                  <a:pt x="20426" y="25289"/>
                  <a:pt x="19545" y="26080"/>
                  <a:pt x="18785" y="27417"/>
                </a:cubicBezTo>
                <a:cubicBezTo>
                  <a:pt x="18086" y="28633"/>
                  <a:pt x="17721" y="29697"/>
                  <a:pt x="16688" y="30639"/>
                </a:cubicBezTo>
                <a:cubicBezTo>
                  <a:pt x="15654" y="31612"/>
                  <a:pt x="15107" y="32828"/>
                  <a:pt x="13982" y="33739"/>
                </a:cubicBezTo>
                <a:cubicBezTo>
                  <a:pt x="13283" y="34347"/>
                  <a:pt x="12675" y="35077"/>
                  <a:pt x="11915" y="35685"/>
                </a:cubicBezTo>
                <a:cubicBezTo>
                  <a:pt x="9970" y="37235"/>
                  <a:pt x="7660" y="38299"/>
                  <a:pt x="5624" y="39819"/>
                </a:cubicBezTo>
                <a:cubicBezTo>
                  <a:pt x="4529" y="40670"/>
                  <a:pt x="3131" y="41430"/>
                  <a:pt x="2371" y="42615"/>
                </a:cubicBezTo>
                <a:cubicBezTo>
                  <a:pt x="1794" y="43466"/>
                  <a:pt x="1702" y="44439"/>
                  <a:pt x="912" y="45138"/>
                </a:cubicBezTo>
                <a:cubicBezTo>
                  <a:pt x="578" y="45442"/>
                  <a:pt x="244" y="45655"/>
                  <a:pt x="0" y="45989"/>
                </a:cubicBezTo>
                <a:lnTo>
                  <a:pt x="104379" y="45989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1" name="Google Shape;91;p20"/>
          <p:cNvSpPr/>
          <p:nvPr/>
        </p:nvSpPr>
        <p:spPr>
          <a:xfrm rot="-257297" flipH="1">
            <a:off x="-67768" y="4224281"/>
            <a:ext cx="9440442" cy="1927588"/>
          </a:xfrm>
          <a:custGeom>
            <a:avLst/>
            <a:gdLst/>
            <a:ahLst/>
            <a:cxnLst/>
            <a:rect l="l" t="t" r="r" b="b"/>
            <a:pathLst>
              <a:path w="286663" h="72372" extrusionOk="0">
                <a:moveTo>
                  <a:pt x="286480" y="16262"/>
                </a:moveTo>
                <a:lnTo>
                  <a:pt x="286450" y="16262"/>
                </a:lnTo>
                <a:lnTo>
                  <a:pt x="286450" y="15684"/>
                </a:lnTo>
                <a:cubicBezTo>
                  <a:pt x="286450" y="15015"/>
                  <a:pt x="286663" y="14256"/>
                  <a:pt x="286146" y="13708"/>
                </a:cubicBezTo>
                <a:cubicBezTo>
                  <a:pt x="285113" y="12736"/>
                  <a:pt x="284930" y="11398"/>
                  <a:pt x="284930" y="10000"/>
                </a:cubicBezTo>
                <a:cubicBezTo>
                  <a:pt x="284930" y="9331"/>
                  <a:pt x="284930" y="8693"/>
                  <a:pt x="284049" y="8541"/>
                </a:cubicBezTo>
                <a:cubicBezTo>
                  <a:pt x="283106" y="10061"/>
                  <a:pt x="283410" y="11915"/>
                  <a:pt x="282711" y="13617"/>
                </a:cubicBezTo>
                <a:cubicBezTo>
                  <a:pt x="281982" y="11854"/>
                  <a:pt x="281587" y="9970"/>
                  <a:pt x="281191" y="8085"/>
                </a:cubicBezTo>
                <a:cubicBezTo>
                  <a:pt x="281131" y="7599"/>
                  <a:pt x="281070" y="7143"/>
                  <a:pt x="280432" y="6991"/>
                </a:cubicBezTo>
                <a:cubicBezTo>
                  <a:pt x="280401" y="5137"/>
                  <a:pt x="280401" y="3313"/>
                  <a:pt x="280371" y="1429"/>
                </a:cubicBezTo>
                <a:cubicBezTo>
                  <a:pt x="280371" y="912"/>
                  <a:pt x="280675" y="0"/>
                  <a:pt x="279459" y="243"/>
                </a:cubicBezTo>
                <a:cubicBezTo>
                  <a:pt x="278486" y="3435"/>
                  <a:pt x="278334" y="6839"/>
                  <a:pt x="277210" y="10122"/>
                </a:cubicBezTo>
                <a:cubicBezTo>
                  <a:pt x="275811" y="7508"/>
                  <a:pt x="275720" y="4407"/>
                  <a:pt x="275264" y="1398"/>
                </a:cubicBezTo>
                <a:cubicBezTo>
                  <a:pt x="274018" y="1672"/>
                  <a:pt x="274322" y="2523"/>
                  <a:pt x="274322" y="3222"/>
                </a:cubicBezTo>
                <a:lnTo>
                  <a:pt x="274322" y="8450"/>
                </a:lnTo>
                <a:cubicBezTo>
                  <a:pt x="274200" y="7660"/>
                  <a:pt x="274018" y="6869"/>
                  <a:pt x="273684" y="6140"/>
                </a:cubicBezTo>
                <a:cubicBezTo>
                  <a:pt x="272559" y="8876"/>
                  <a:pt x="272711" y="11885"/>
                  <a:pt x="271586" y="14590"/>
                </a:cubicBezTo>
                <a:cubicBezTo>
                  <a:pt x="271282" y="13070"/>
                  <a:pt x="271100" y="11490"/>
                  <a:pt x="270887" y="9909"/>
                </a:cubicBezTo>
                <a:cubicBezTo>
                  <a:pt x="270036" y="11155"/>
                  <a:pt x="269915" y="12523"/>
                  <a:pt x="269641" y="13891"/>
                </a:cubicBezTo>
                <a:cubicBezTo>
                  <a:pt x="269611" y="12979"/>
                  <a:pt x="269520" y="12067"/>
                  <a:pt x="268881" y="11307"/>
                </a:cubicBezTo>
                <a:cubicBezTo>
                  <a:pt x="268395" y="12097"/>
                  <a:pt x="268091" y="12949"/>
                  <a:pt x="267817" y="13739"/>
                </a:cubicBezTo>
                <a:cubicBezTo>
                  <a:pt x="267605" y="12949"/>
                  <a:pt x="267361" y="12189"/>
                  <a:pt x="266723" y="11611"/>
                </a:cubicBezTo>
                <a:cubicBezTo>
                  <a:pt x="265629" y="12766"/>
                  <a:pt x="266024" y="14316"/>
                  <a:pt x="265082" y="15411"/>
                </a:cubicBezTo>
                <a:cubicBezTo>
                  <a:pt x="265021" y="14894"/>
                  <a:pt x="264869" y="14347"/>
                  <a:pt x="264413" y="13921"/>
                </a:cubicBezTo>
                <a:cubicBezTo>
                  <a:pt x="264322" y="14012"/>
                  <a:pt x="264261" y="14073"/>
                  <a:pt x="264200" y="14164"/>
                </a:cubicBezTo>
                <a:cubicBezTo>
                  <a:pt x="262984" y="11125"/>
                  <a:pt x="263258" y="7508"/>
                  <a:pt x="261890" y="4559"/>
                </a:cubicBezTo>
                <a:cubicBezTo>
                  <a:pt x="261221" y="6596"/>
                  <a:pt x="261161" y="8602"/>
                  <a:pt x="260826" y="10638"/>
                </a:cubicBezTo>
                <a:cubicBezTo>
                  <a:pt x="260766" y="7933"/>
                  <a:pt x="260644" y="5228"/>
                  <a:pt x="260066" y="2644"/>
                </a:cubicBezTo>
                <a:cubicBezTo>
                  <a:pt x="259398" y="4590"/>
                  <a:pt x="259185" y="6596"/>
                  <a:pt x="258972" y="8602"/>
                </a:cubicBezTo>
                <a:lnTo>
                  <a:pt x="258851" y="8511"/>
                </a:lnTo>
                <a:cubicBezTo>
                  <a:pt x="258273" y="10091"/>
                  <a:pt x="258364" y="11642"/>
                  <a:pt x="258273" y="13253"/>
                </a:cubicBezTo>
                <a:cubicBezTo>
                  <a:pt x="258091" y="14073"/>
                  <a:pt x="257817" y="14924"/>
                  <a:pt x="257483" y="15745"/>
                </a:cubicBezTo>
                <a:cubicBezTo>
                  <a:pt x="257057" y="15107"/>
                  <a:pt x="257027" y="14377"/>
                  <a:pt x="256753" y="13769"/>
                </a:cubicBezTo>
                <a:cubicBezTo>
                  <a:pt x="256541" y="12493"/>
                  <a:pt x="256267" y="11246"/>
                  <a:pt x="255477" y="10122"/>
                </a:cubicBezTo>
                <a:cubicBezTo>
                  <a:pt x="254382" y="11611"/>
                  <a:pt x="254626" y="13222"/>
                  <a:pt x="254322" y="14803"/>
                </a:cubicBezTo>
                <a:cubicBezTo>
                  <a:pt x="254170" y="14286"/>
                  <a:pt x="254018" y="13708"/>
                  <a:pt x="253835" y="13161"/>
                </a:cubicBezTo>
                <a:cubicBezTo>
                  <a:pt x="253683" y="12705"/>
                  <a:pt x="253714" y="12097"/>
                  <a:pt x="253015" y="12189"/>
                </a:cubicBezTo>
                <a:cubicBezTo>
                  <a:pt x="252589" y="12219"/>
                  <a:pt x="252346" y="12493"/>
                  <a:pt x="252194" y="12797"/>
                </a:cubicBezTo>
                <a:cubicBezTo>
                  <a:pt x="252042" y="12493"/>
                  <a:pt x="251829" y="12249"/>
                  <a:pt x="251404" y="12341"/>
                </a:cubicBezTo>
                <a:cubicBezTo>
                  <a:pt x="250735" y="12401"/>
                  <a:pt x="250735" y="13070"/>
                  <a:pt x="250583" y="13526"/>
                </a:cubicBezTo>
                <a:cubicBezTo>
                  <a:pt x="250370" y="14073"/>
                  <a:pt x="250218" y="14681"/>
                  <a:pt x="250066" y="15289"/>
                </a:cubicBezTo>
                <a:cubicBezTo>
                  <a:pt x="249762" y="13769"/>
                  <a:pt x="250066" y="12067"/>
                  <a:pt x="248942" y="10790"/>
                </a:cubicBezTo>
                <a:cubicBezTo>
                  <a:pt x="248182" y="12037"/>
                  <a:pt x="247908" y="13374"/>
                  <a:pt x="247695" y="14742"/>
                </a:cubicBezTo>
                <a:cubicBezTo>
                  <a:pt x="247452" y="15380"/>
                  <a:pt x="247391" y="16110"/>
                  <a:pt x="246996" y="16900"/>
                </a:cubicBezTo>
                <a:cubicBezTo>
                  <a:pt x="246632" y="16110"/>
                  <a:pt x="246358" y="15259"/>
                  <a:pt x="246176" y="14438"/>
                </a:cubicBezTo>
                <a:cubicBezTo>
                  <a:pt x="246084" y="12857"/>
                  <a:pt x="246176" y="11307"/>
                  <a:pt x="245598" y="9879"/>
                </a:cubicBezTo>
                <a:lnTo>
                  <a:pt x="245477" y="9970"/>
                </a:lnTo>
                <a:cubicBezTo>
                  <a:pt x="245264" y="7994"/>
                  <a:pt x="245051" y="6079"/>
                  <a:pt x="244382" y="4286"/>
                </a:cubicBezTo>
                <a:cubicBezTo>
                  <a:pt x="243805" y="6991"/>
                  <a:pt x="243683" y="9666"/>
                  <a:pt x="243622" y="12401"/>
                </a:cubicBezTo>
                <a:cubicBezTo>
                  <a:pt x="243227" y="10487"/>
                  <a:pt x="243197" y="8420"/>
                  <a:pt x="242528" y="6535"/>
                </a:cubicBezTo>
                <a:cubicBezTo>
                  <a:pt x="241100" y="9787"/>
                  <a:pt x="241403" y="13313"/>
                  <a:pt x="240188" y="16596"/>
                </a:cubicBezTo>
                <a:cubicBezTo>
                  <a:pt x="240157" y="16505"/>
                  <a:pt x="240096" y="16444"/>
                  <a:pt x="240005" y="16414"/>
                </a:cubicBezTo>
                <a:cubicBezTo>
                  <a:pt x="239489" y="16870"/>
                  <a:pt x="239337" y="17417"/>
                  <a:pt x="239276" y="17994"/>
                </a:cubicBezTo>
                <a:cubicBezTo>
                  <a:pt x="238303" y="17082"/>
                  <a:pt x="238789" y="15411"/>
                  <a:pt x="237604" y="14529"/>
                </a:cubicBezTo>
                <a:cubicBezTo>
                  <a:pt x="237057" y="15259"/>
                  <a:pt x="236783" y="16049"/>
                  <a:pt x="236540" y="16900"/>
                </a:cubicBezTo>
                <a:cubicBezTo>
                  <a:pt x="236297" y="16140"/>
                  <a:pt x="235993" y="15380"/>
                  <a:pt x="235476" y="14681"/>
                </a:cubicBezTo>
                <a:cubicBezTo>
                  <a:pt x="234838" y="15563"/>
                  <a:pt x="234777" y="16505"/>
                  <a:pt x="234716" y="17417"/>
                </a:cubicBezTo>
                <a:cubicBezTo>
                  <a:pt x="234504" y="16140"/>
                  <a:pt x="234412" y="14772"/>
                  <a:pt x="233592" y="13708"/>
                </a:cubicBezTo>
                <a:cubicBezTo>
                  <a:pt x="233288" y="15289"/>
                  <a:pt x="233045" y="16870"/>
                  <a:pt x="232802" y="18450"/>
                </a:cubicBezTo>
                <a:cubicBezTo>
                  <a:pt x="231646" y="15988"/>
                  <a:pt x="231768" y="13009"/>
                  <a:pt x="230704" y="10487"/>
                </a:cubicBezTo>
                <a:cubicBezTo>
                  <a:pt x="230370" y="11338"/>
                  <a:pt x="230157" y="12219"/>
                  <a:pt x="230066" y="13131"/>
                </a:cubicBezTo>
                <a:lnTo>
                  <a:pt x="230066" y="7660"/>
                </a:lnTo>
                <a:cubicBezTo>
                  <a:pt x="230066" y="7021"/>
                  <a:pt x="230370" y="6018"/>
                  <a:pt x="229063" y="6018"/>
                </a:cubicBezTo>
                <a:cubicBezTo>
                  <a:pt x="228607" y="9119"/>
                  <a:pt x="228577" y="12249"/>
                  <a:pt x="227118" y="15198"/>
                </a:cubicBezTo>
                <a:cubicBezTo>
                  <a:pt x="225993" y="12067"/>
                  <a:pt x="225902" y="8572"/>
                  <a:pt x="224382" y="5684"/>
                </a:cubicBezTo>
                <a:cubicBezTo>
                  <a:pt x="224078" y="7994"/>
                  <a:pt x="224078" y="10274"/>
                  <a:pt x="224017" y="12553"/>
                </a:cubicBezTo>
                <a:cubicBezTo>
                  <a:pt x="223987" y="12493"/>
                  <a:pt x="223896" y="12462"/>
                  <a:pt x="223835" y="12371"/>
                </a:cubicBezTo>
                <a:cubicBezTo>
                  <a:pt x="222680" y="14286"/>
                  <a:pt x="223105" y="16414"/>
                  <a:pt x="221950" y="18116"/>
                </a:cubicBezTo>
                <a:cubicBezTo>
                  <a:pt x="220826" y="15532"/>
                  <a:pt x="221950" y="12614"/>
                  <a:pt x="221342" y="9909"/>
                </a:cubicBezTo>
                <a:cubicBezTo>
                  <a:pt x="220370" y="10365"/>
                  <a:pt x="220218" y="10882"/>
                  <a:pt x="220096" y="11459"/>
                </a:cubicBezTo>
                <a:cubicBezTo>
                  <a:pt x="219640" y="13708"/>
                  <a:pt x="219123" y="15988"/>
                  <a:pt x="218667" y="18237"/>
                </a:cubicBezTo>
                <a:cubicBezTo>
                  <a:pt x="218516" y="19058"/>
                  <a:pt x="218546" y="19909"/>
                  <a:pt x="217512" y="20092"/>
                </a:cubicBezTo>
                <a:cubicBezTo>
                  <a:pt x="216692" y="19149"/>
                  <a:pt x="216935" y="17477"/>
                  <a:pt x="215993" y="16505"/>
                </a:cubicBezTo>
                <a:cubicBezTo>
                  <a:pt x="215719" y="16718"/>
                  <a:pt x="215537" y="16900"/>
                  <a:pt x="215415" y="17113"/>
                </a:cubicBezTo>
                <a:cubicBezTo>
                  <a:pt x="215354" y="16930"/>
                  <a:pt x="215172" y="16778"/>
                  <a:pt x="214777" y="16748"/>
                </a:cubicBezTo>
                <a:cubicBezTo>
                  <a:pt x="213561" y="17690"/>
                  <a:pt x="214351" y="19392"/>
                  <a:pt x="213257" y="20395"/>
                </a:cubicBezTo>
                <a:cubicBezTo>
                  <a:pt x="213196" y="20274"/>
                  <a:pt x="213075" y="20213"/>
                  <a:pt x="212983" y="20092"/>
                </a:cubicBezTo>
                <a:cubicBezTo>
                  <a:pt x="212072" y="19180"/>
                  <a:pt x="212011" y="17781"/>
                  <a:pt x="211312" y="16626"/>
                </a:cubicBezTo>
                <a:cubicBezTo>
                  <a:pt x="211312" y="16170"/>
                  <a:pt x="211251" y="15745"/>
                  <a:pt x="210765" y="15654"/>
                </a:cubicBezTo>
                <a:cubicBezTo>
                  <a:pt x="209853" y="15441"/>
                  <a:pt x="209701" y="16444"/>
                  <a:pt x="209336" y="17022"/>
                </a:cubicBezTo>
                <a:cubicBezTo>
                  <a:pt x="209032" y="17538"/>
                  <a:pt x="208819" y="18146"/>
                  <a:pt x="208515" y="18724"/>
                </a:cubicBezTo>
                <a:lnTo>
                  <a:pt x="208363" y="18724"/>
                </a:lnTo>
                <a:cubicBezTo>
                  <a:pt x="208272" y="18541"/>
                  <a:pt x="208211" y="18298"/>
                  <a:pt x="208181" y="18116"/>
                </a:cubicBezTo>
                <a:lnTo>
                  <a:pt x="208181" y="12219"/>
                </a:lnTo>
                <a:cubicBezTo>
                  <a:pt x="206844" y="12493"/>
                  <a:pt x="206965" y="13465"/>
                  <a:pt x="206752" y="14073"/>
                </a:cubicBezTo>
                <a:cubicBezTo>
                  <a:pt x="206661" y="14499"/>
                  <a:pt x="206570" y="14924"/>
                  <a:pt x="206448" y="15350"/>
                </a:cubicBezTo>
                <a:cubicBezTo>
                  <a:pt x="205537" y="16596"/>
                  <a:pt x="205749" y="17964"/>
                  <a:pt x="204716" y="19180"/>
                </a:cubicBezTo>
                <a:cubicBezTo>
                  <a:pt x="204382" y="17326"/>
                  <a:pt x="204078" y="15684"/>
                  <a:pt x="203774" y="14043"/>
                </a:cubicBezTo>
                <a:cubicBezTo>
                  <a:pt x="202619" y="14377"/>
                  <a:pt x="202558" y="15107"/>
                  <a:pt x="202558" y="15806"/>
                </a:cubicBezTo>
                <a:cubicBezTo>
                  <a:pt x="202558" y="16474"/>
                  <a:pt x="202193" y="17022"/>
                  <a:pt x="201859" y="17812"/>
                </a:cubicBezTo>
                <a:cubicBezTo>
                  <a:pt x="201798" y="17690"/>
                  <a:pt x="201707" y="17569"/>
                  <a:pt x="201646" y="17417"/>
                </a:cubicBezTo>
                <a:cubicBezTo>
                  <a:pt x="201646" y="16049"/>
                  <a:pt x="201707" y="14681"/>
                  <a:pt x="201676" y="13313"/>
                </a:cubicBezTo>
                <a:cubicBezTo>
                  <a:pt x="201646" y="12675"/>
                  <a:pt x="201950" y="11885"/>
                  <a:pt x="200977" y="11702"/>
                </a:cubicBezTo>
                <a:cubicBezTo>
                  <a:pt x="200643" y="11915"/>
                  <a:pt x="200460" y="12219"/>
                  <a:pt x="200339" y="12553"/>
                </a:cubicBezTo>
                <a:cubicBezTo>
                  <a:pt x="200157" y="11550"/>
                  <a:pt x="199853" y="10547"/>
                  <a:pt x="199275" y="9666"/>
                </a:cubicBezTo>
                <a:cubicBezTo>
                  <a:pt x="198059" y="10335"/>
                  <a:pt x="198363" y="11246"/>
                  <a:pt x="198363" y="12006"/>
                </a:cubicBezTo>
                <a:cubicBezTo>
                  <a:pt x="198302" y="15046"/>
                  <a:pt x="198637" y="18025"/>
                  <a:pt x="197634" y="21064"/>
                </a:cubicBezTo>
                <a:cubicBezTo>
                  <a:pt x="197482" y="21581"/>
                  <a:pt x="197330" y="22067"/>
                  <a:pt x="197117" y="22523"/>
                </a:cubicBezTo>
                <a:cubicBezTo>
                  <a:pt x="196813" y="23253"/>
                  <a:pt x="196205" y="23709"/>
                  <a:pt x="195476" y="23769"/>
                </a:cubicBezTo>
                <a:cubicBezTo>
                  <a:pt x="195172" y="23800"/>
                  <a:pt x="194898" y="23709"/>
                  <a:pt x="194716" y="23557"/>
                </a:cubicBezTo>
                <a:cubicBezTo>
                  <a:pt x="194594" y="23283"/>
                  <a:pt x="194564" y="22979"/>
                  <a:pt x="194533" y="22675"/>
                </a:cubicBezTo>
                <a:cubicBezTo>
                  <a:pt x="194412" y="21581"/>
                  <a:pt x="193956" y="20547"/>
                  <a:pt x="194199" y="19332"/>
                </a:cubicBezTo>
                <a:cubicBezTo>
                  <a:pt x="194381" y="18389"/>
                  <a:pt x="194868" y="17265"/>
                  <a:pt x="193773" y="16292"/>
                </a:cubicBezTo>
                <a:cubicBezTo>
                  <a:pt x="193378" y="17234"/>
                  <a:pt x="193165" y="18237"/>
                  <a:pt x="192922" y="19149"/>
                </a:cubicBezTo>
                <a:cubicBezTo>
                  <a:pt x="192770" y="18572"/>
                  <a:pt x="192618" y="17994"/>
                  <a:pt x="192558" y="17417"/>
                </a:cubicBezTo>
                <a:cubicBezTo>
                  <a:pt x="192466" y="16930"/>
                  <a:pt x="192527" y="16414"/>
                  <a:pt x="191707" y="16292"/>
                </a:cubicBezTo>
                <a:cubicBezTo>
                  <a:pt x="191099" y="17569"/>
                  <a:pt x="191676" y="18876"/>
                  <a:pt x="191372" y="20122"/>
                </a:cubicBezTo>
                <a:cubicBezTo>
                  <a:pt x="191159" y="21155"/>
                  <a:pt x="191007" y="22219"/>
                  <a:pt x="190460" y="23192"/>
                </a:cubicBezTo>
                <a:cubicBezTo>
                  <a:pt x="189092" y="21976"/>
                  <a:pt x="190004" y="19605"/>
                  <a:pt x="188758" y="18329"/>
                </a:cubicBezTo>
                <a:cubicBezTo>
                  <a:pt x="188211" y="18845"/>
                  <a:pt x="187877" y="19392"/>
                  <a:pt x="187694" y="19970"/>
                </a:cubicBezTo>
                <a:cubicBezTo>
                  <a:pt x="187512" y="19636"/>
                  <a:pt x="187299" y="19332"/>
                  <a:pt x="187086" y="19028"/>
                </a:cubicBezTo>
                <a:cubicBezTo>
                  <a:pt x="186144" y="20426"/>
                  <a:pt x="186691" y="21824"/>
                  <a:pt x="185779" y="22949"/>
                </a:cubicBezTo>
                <a:cubicBezTo>
                  <a:pt x="184564" y="20730"/>
                  <a:pt x="186023" y="17690"/>
                  <a:pt x="184351" y="15380"/>
                </a:cubicBezTo>
                <a:cubicBezTo>
                  <a:pt x="182740" y="18116"/>
                  <a:pt x="183196" y="20973"/>
                  <a:pt x="181646" y="23344"/>
                </a:cubicBezTo>
                <a:cubicBezTo>
                  <a:pt x="181281" y="22949"/>
                  <a:pt x="181007" y="22493"/>
                  <a:pt x="180825" y="22037"/>
                </a:cubicBezTo>
                <a:cubicBezTo>
                  <a:pt x="180582" y="20669"/>
                  <a:pt x="181068" y="19058"/>
                  <a:pt x="179791" y="18085"/>
                </a:cubicBezTo>
                <a:lnTo>
                  <a:pt x="179791" y="18116"/>
                </a:lnTo>
                <a:lnTo>
                  <a:pt x="179791" y="18085"/>
                </a:lnTo>
                <a:cubicBezTo>
                  <a:pt x="179305" y="16140"/>
                  <a:pt x="179001" y="14134"/>
                  <a:pt x="178545" y="11733"/>
                </a:cubicBezTo>
                <a:cubicBezTo>
                  <a:pt x="177390" y="13009"/>
                  <a:pt x="177390" y="13982"/>
                  <a:pt x="177390" y="14894"/>
                </a:cubicBezTo>
                <a:cubicBezTo>
                  <a:pt x="177390" y="17751"/>
                  <a:pt x="177390" y="20578"/>
                  <a:pt x="177360" y="23435"/>
                </a:cubicBezTo>
                <a:cubicBezTo>
                  <a:pt x="177360" y="24651"/>
                  <a:pt x="177208" y="25897"/>
                  <a:pt x="176053" y="26870"/>
                </a:cubicBezTo>
                <a:cubicBezTo>
                  <a:pt x="174138" y="24681"/>
                  <a:pt x="175232" y="21551"/>
                  <a:pt x="174077" y="19028"/>
                </a:cubicBezTo>
                <a:cubicBezTo>
                  <a:pt x="172527" y="20517"/>
                  <a:pt x="172831" y="22523"/>
                  <a:pt x="171098" y="23709"/>
                </a:cubicBezTo>
                <a:cubicBezTo>
                  <a:pt x="169670" y="19848"/>
                  <a:pt x="169366" y="15867"/>
                  <a:pt x="169214" y="11307"/>
                </a:cubicBezTo>
                <a:cubicBezTo>
                  <a:pt x="166752" y="15076"/>
                  <a:pt x="167238" y="19301"/>
                  <a:pt x="165384" y="22706"/>
                </a:cubicBezTo>
                <a:cubicBezTo>
                  <a:pt x="164928" y="21186"/>
                  <a:pt x="164594" y="19605"/>
                  <a:pt x="163651" y="18146"/>
                </a:cubicBezTo>
                <a:cubicBezTo>
                  <a:pt x="162800" y="19666"/>
                  <a:pt x="162952" y="21216"/>
                  <a:pt x="162891" y="22706"/>
                </a:cubicBezTo>
                <a:cubicBezTo>
                  <a:pt x="162466" y="21611"/>
                  <a:pt x="162618" y="20274"/>
                  <a:pt x="162223" y="19210"/>
                </a:cubicBezTo>
                <a:cubicBezTo>
                  <a:pt x="161311" y="19210"/>
                  <a:pt x="161311" y="19788"/>
                  <a:pt x="161311" y="20274"/>
                </a:cubicBezTo>
                <a:cubicBezTo>
                  <a:pt x="161280" y="21034"/>
                  <a:pt x="161372" y="21763"/>
                  <a:pt x="161007" y="22554"/>
                </a:cubicBezTo>
                <a:cubicBezTo>
                  <a:pt x="160855" y="22949"/>
                  <a:pt x="160855" y="23405"/>
                  <a:pt x="160764" y="23739"/>
                </a:cubicBezTo>
                <a:cubicBezTo>
                  <a:pt x="159609" y="20730"/>
                  <a:pt x="159122" y="17477"/>
                  <a:pt x="157511" y="14651"/>
                </a:cubicBezTo>
                <a:cubicBezTo>
                  <a:pt x="157207" y="16626"/>
                  <a:pt x="157268" y="18602"/>
                  <a:pt x="157207" y="20578"/>
                </a:cubicBezTo>
                <a:cubicBezTo>
                  <a:pt x="155992" y="22006"/>
                  <a:pt x="156083" y="23891"/>
                  <a:pt x="155080" y="25380"/>
                </a:cubicBezTo>
                <a:cubicBezTo>
                  <a:pt x="154320" y="24013"/>
                  <a:pt x="154715" y="22341"/>
                  <a:pt x="154107" y="20578"/>
                </a:cubicBezTo>
                <a:cubicBezTo>
                  <a:pt x="153104" y="22067"/>
                  <a:pt x="153165" y="23465"/>
                  <a:pt x="152770" y="24742"/>
                </a:cubicBezTo>
                <a:cubicBezTo>
                  <a:pt x="152344" y="23739"/>
                  <a:pt x="152010" y="22675"/>
                  <a:pt x="151402" y="21733"/>
                </a:cubicBezTo>
                <a:cubicBezTo>
                  <a:pt x="150125" y="23739"/>
                  <a:pt x="151402" y="25502"/>
                  <a:pt x="150460" y="27204"/>
                </a:cubicBezTo>
                <a:cubicBezTo>
                  <a:pt x="149608" y="26870"/>
                  <a:pt x="149608" y="25836"/>
                  <a:pt x="149092" y="25198"/>
                </a:cubicBezTo>
                <a:cubicBezTo>
                  <a:pt x="148849" y="23101"/>
                  <a:pt x="148697" y="21034"/>
                  <a:pt x="148089" y="19119"/>
                </a:cubicBezTo>
                <a:cubicBezTo>
                  <a:pt x="147025" y="21702"/>
                  <a:pt x="147116" y="24468"/>
                  <a:pt x="145809" y="26870"/>
                </a:cubicBezTo>
                <a:cubicBezTo>
                  <a:pt x="145748" y="26657"/>
                  <a:pt x="145718" y="26444"/>
                  <a:pt x="145596" y="26231"/>
                </a:cubicBezTo>
                <a:cubicBezTo>
                  <a:pt x="145414" y="25867"/>
                  <a:pt x="145323" y="25380"/>
                  <a:pt x="144745" y="25441"/>
                </a:cubicBezTo>
                <a:cubicBezTo>
                  <a:pt x="144228" y="25532"/>
                  <a:pt x="143955" y="25927"/>
                  <a:pt x="143894" y="26383"/>
                </a:cubicBezTo>
                <a:cubicBezTo>
                  <a:pt x="143803" y="26809"/>
                  <a:pt x="143651" y="27204"/>
                  <a:pt x="143438" y="27447"/>
                </a:cubicBezTo>
                <a:cubicBezTo>
                  <a:pt x="143195" y="27234"/>
                  <a:pt x="143043" y="26931"/>
                  <a:pt x="142982" y="26475"/>
                </a:cubicBezTo>
                <a:cubicBezTo>
                  <a:pt x="142891" y="26019"/>
                  <a:pt x="142617" y="25684"/>
                  <a:pt x="142101" y="25684"/>
                </a:cubicBezTo>
                <a:cubicBezTo>
                  <a:pt x="141523" y="25715"/>
                  <a:pt x="141402" y="26231"/>
                  <a:pt x="141250" y="26657"/>
                </a:cubicBezTo>
                <a:cubicBezTo>
                  <a:pt x="141189" y="26900"/>
                  <a:pt x="141098" y="27082"/>
                  <a:pt x="141037" y="27295"/>
                </a:cubicBezTo>
                <a:cubicBezTo>
                  <a:pt x="139730" y="25168"/>
                  <a:pt x="139821" y="22371"/>
                  <a:pt x="138757" y="20000"/>
                </a:cubicBezTo>
                <a:cubicBezTo>
                  <a:pt x="138149" y="22067"/>
                  <a:pt x="137997" y="24165"/>
                  <a:pt x="137754" y="26292"/>
                </a:cubicBezTo>
                <a:cubicBezTo>
                  <a:pt x="137268" y="26991"/>
                  <a:pt x="137237" y="28025"/>
                  <a:pt x="136386" y="28572"/>
                </a:cubicBezTo>
                <a:cubicBezTo>
                  <a:pt x="135444" y="27082"/>
                  <a:pt x="136751" y="25016"/>
                  <a:pt x="135444" y="23283"/>
                </a:cubicBezTo>
                <a:cubicBezTo>
                  <a:pt x="134867" y="24347"/>
                  <a:pt x="134502" y="25472"/>
                  <a:pt x="134076" y="26596"/>
                </a:cubicBezTo>
                <a:cubicBezTo>
                  <a:pt x="133742" y="25411"/>
                  <a:pt x="133742" y="23952"/>
                  <a:pt x="132739" y="22706"/>
                </a:cubicBezTo>
                <a:cubicBezTo>
                  <a:pt x="132101" y="24620"/>
                  <a:pt x="132496" y="26171"/>
                  <a:pt x="131766" y="27721"/>
                </a:cubicBezTo>
                <a:cubicBezTo>
                  <a:pt x="130733" y="26444"/>
                  <a:pt x="130824" y="24560"/>
                  <a:pt x="129638" y="23405"/>
                </a:cubicBezTo>
                <a:cubicBezTo>
                  <a:pt x="129608" y="21429"/>
                  <a:pt x="129638" y="19453"/>
                  <a:pt x="129335" y="17508"/>
                </a:cubicBezTo>
                <a:cubicBezTo>
                  <a:pt x="127724" y="20608"/>
                  <a:pt x="127237" y="24013"/>
                  <a:pt x="126113" y="27234"/>
                </a:cubicBezTo>
                <a:cubicBezTo>
                  <a:pt x="125991" y="26900"/>
                  <a:pt x="125991" y="26444"/>
                  <a:pt x="125839" y="26110"/>
                </a:cubicBezTo>
                <a:cubicBezTo>
                  <a:pt x="125535" y="25380"/>
                  <a:pt x="125596" y="24651"/>
                  <a:pt x="125535" y="23891"/>
                </a:cubicBezTo>
                <a:cubicBezTo>
                  <a:pt x="125505" y="23405"/>
                  <a:pt x="125535" y="22827"/>
                  <a:pt x="124623" y="23009"/>
                </a:cubicBezTo>
                <a:cubicBezTo>
                  <a:pt x="124289" y="24165"/>
                  <a:pt x="124380" y="25441"/>
                  <a:pt x="123985" y="26627"/>
                </a:cubicBezTo>
                <a:cubicBezTo>
                  <a:pt x="123924" y="25137"/>
                  <a:pt x="124076" y="23587"/>
                  <a:pt x="123225" y="22219"/>
                </a:cubicBezTo>
                <a:cubicBezTo>
                  <a:pt x="122252" y="23800"/>
                  <a:pt x="121918" y="25532"/>
                  <a:pt x="121462" y="27113"/>
                </a:cubicBezTo>
                <a:cubicBezTo>
                  <a:pt x="119608" y="24073"/>
                  <a:pt x="120094" y="19788"/>
                  <a:pt x="117632" y="16505"/>
                </a:cubicBezTo>
                <a:cubicBezTo>
                  <a:pt x="117480" y="21125"/>
                  <a:pt x="117207" y="25137"/>
                  <a:pt x="115778" y="29271"/>
                </a:cubicBezTo>
                <a:cubicBezTo>
                  <a:pt x="114015" y="28450"/>
                  <a:pt x="114349" y="26353"/>
                  <a:pt x="112769" y="25168"/>
                </a:cubicBezTo>
                <a:cubicBezTo>
                  <a:pt x="111583" y="27903"/>
                  <a:pt x="112738" y="30852"/>
                  <a:pt x="110793" y="33435"/>
                </a:cubicBezTo>
                <a:cubicBezTo>
                  <a:pt x="109608" y="32706"/>
                  <a:pt x="109486" y="31490"/>
                  <a:pt x="109486" y="30274"/>
                </a:cubicBezTo>
                <a:cubicBezTo>
                  <a:pt x="109456" y="27417"/>
                  <a:pt x="109486" y="24560"/>
                  <a:pt x="109456" y="21733"/>
                </a:cubicBezTo>
                <a:cubicBezTo>
                  <a:pt x="109456" y="20821"/>
                  <a:pt x="109456" y="19848"/>
                  <a:pt x="108331" y="18785"/>
                </a:cubicBezTo>
                <a:cubicBezTo>
                  <a:pt x="107875" y="21277"/>
                  <a:pt x="107571" y="23344"/>
                  <a:pt x="107054" y="25380"/>
                </a:cubicBezTo>
                <a:lnTo>
                  <a:pt x="107054" y="25411"/>
                </a:lnTo>
                <a:lnTo>
                  <a:pt x="107054" y="25411"/>
                </a:lnTo>
                <a:cubicBezTo>
                  <a:pt x="105747" y="26627"/>
                  <a:pt x="106264" y="28146"/>
                  <a:pt x="106051" y="29545"/>
                </a:cubicBezTo>
                <a:cubicBezTo>
                  <a:pt x="105808" y="30092"/>
                  <a:pt x="105535" y="30578"/>
                  <a:pt x="105200" y="31064"/>
                </a:cubicBezTo>
                <a:cubicBezTo>
                  <a:pt x="103650" y="28967"/>
                  <a:pt x="104106" y="26019"/>
                  <a:pt x="102495" y="23617"/>
                </a:cubicBezTo>
                <a:cubicBezTo>
                  <a:pt x="100823" y="26292"/>
                  <a:pt x="102313" y="29058"/>
                  <a:pt x="101067" y="31490"/>
                </a:cubicBezTo>
                <a:cubicBezTo>
                  <a:pt x="100155" y="30578"/>
                  <a:pt x="100732" y="29058"/>
                  <a:pt x="99760" y="27842"/>
                </a:cubicBezTo>
                <a:cubicBezTo>
                  <a:pt x="99547" y="28177"/>
                  <a:pt x="99304" y="28572"/>
                  <a:pt x="99152" y="28906"/>
                </a:cubicBezTo>
                <a:cubicBezTo>
                  <a:pt x="98939" y="28359"/>
                  <a:pt x="98635" y="27873"/>
                  <a:pt x="98088" y="27447"/>
                </a:cubicBezTo>
                <a:cubicBezTo>
                  <a:pt x="96842" y="28967"/>
                  <a:pt x="97753" y="31186"/>
                  <a:pt x="96386" y="32706"/>
                </a:cubicBezTo>
                <a:cubicBezTo>
                  <a:pt x="95869" y="31824"/>
                  <a:pt x="95747" y="30791"/>
                  <a:pt x="95474" y="29818"/>
                </a:cubicBezTo>
                <a:cubicBezTo>
                  <a:pt x="95170" y="28633"/>
                  <a:pt x="95778" y="27204"/>
                  <a:pt x="95139" y="26049"/>
                </a:cubicBezTo>
                <a:cubicBezTo>
                  <a:pt x="94349" y="26323"/>
                  <a:pt x="94379" y="26839"/>
                  <a:pt x="94288" y="27356"/>
                </a:cubicBezTo>
                <a:cubicBezTo>
                  <a:pt x="94227" y="27964"/>
                  <a:pt x="94076" y="28511"/>
                  <a:pt x="93924" y="29119"/>
                </a:cubicBezTo>
                <a:cubicBezTo>
                  <a:pt x="93680" y="28268"/>
                  <a:pt x="93468" y="27295"/>
                  <a:pt x="93072" y="26444"/>
                </a:cubicBezTo>
                <a:cubicBezTo>
                  <a:pt x="91978" y="27660"/>
                  <a:pt x="92525" y="28633"/>
                  <a:pt x="92677" y="29545"/>
                </a:cubicBezTo>
                <a:cubicBezTo>
                  <a:pt x="92890" y="30700"/>
                  <a:pt x="92465" y="31824"/>
                  <a:pt x="92313" y="32979"/>
                </a:cubicBezTo>
                <a:cubicBezTo>
                  <a:pt x="92282" y="33283"/>
                  <a:pt x="92221" y="33587"/>
                  <a:pt x="92130" y="33891"/>
                </a:cubicBezTo>
                <a:cubicBezTo>
                  <a:pt x="91948" y="34073"/>
                  <a:pt x="91705" y="34225"/>
                  <a:pt x="91370" y="34256"/>
                </a:cubicBezTo>
                <a:cubicBezTo>
                  <a:pt x="90641" y="34347"/>
                  <a:pt x="90033" y="33982"/>
                  <a:pt x="89729" y="33344"/>
                </a:cubicBezTo>
                <a:cubicBezTo>
                  <a:pt x="89547" y="32918"/>
                  <a:pt x="89395" y="32432"/>
                  <a:pt x="89212" y="31976"/>
                </a:cubicBezTo>
                <a:cubicBezTo>
                  <a:pt x="88179" y="29119"/>
                  <a:pt x="88574" y="26049"/>
                  <a:pt x="88483" y="23040"/>
                </a:cubicBezTo>
                <a:cubicBezTo>
                  <a:pt x="88452" y="22280"/>
                  <a:pt x="88756" y="21338"/>
                  <a:pt x="87571" y="20912"/>
                </a:cubicBezTo>
                <a:cubicBezTo>
                  <a:pt x="86993" y="21915"/>
                  <a:pt x="86689" y="22979"/>
                  <a:pt x="86507" y="24043"/>
                </a:cubicBezTo>
                <a:cubicBezTo>
                  <a:pt x="86385" y="23739"/>
                  <a:pt x="86233" y="23465"/>
                  <a:pt x="85869" y="23283"/>
                </a:cubicBezTo>
                <a:cubicBezTo>
                  <a:pt x="84926" y="23648"/>
                  <a:pt x="85170" y="24408"/>
                  <a:pt x="85170" y="25076"/>
                </a:cubicBezTo>
                <a:cubicBezTo>
                  <a:pt x="85109" y="26444"/>
                  <a:pt x="85230" y="27812"/>
                  <a:pt x="85230" y="29180"/>
                </a:cubicBezTo>
                <a:cubicBezTo>
                  <a:pt x="85139" y="29332"/>
                  <a:pt x="85078" y="29423"/>
                  <a:pt x="84987" y="29575"/>
                </a:cubicBezTo>
                <a:cubicBezTo>
                  <a:pt x="84653" y="28876"/>
                  <a:pt x="84318" y="28420"/>
                  <a:pt x="84318" y="27721"/>
                </a:cubicBezTo>
                <a:cubicBezTo>
                  <a:pt x="84318" y="27052"/>
                  <a:pt x="84227" y="26323"/>
                  <a:pt x="83103" y="26201"/>
                </a:cubicBezTo>
                <a:cubicBezTo>
                  <a:pt x="82799" y="27903"/>
                  <a:pt x="82495" y="29636"/>
                  <a:pt x="82130" y="31520"/>
                </a:cubicBezTo>
                <a:cubicBezTo>
                  <a:pt x="81127" y="30487"/>
                  <a:pt x="81340" y="29089"/>
                  <a:pt x="80397" y="28025"/>
                </a:cubicBezTo>
                <a:cubicBezTo>
                  <a:pt x="80276" y="27599"/>
                  <a:pt x="80215" y="27234"/>
                  <a:pt x="80093" y="26839"/>
                </a:cubicBezTo>
                <a:cubicBezTo>
                  <a:pt x="79942" y="26292"/>
                  <a:pt x="80002" y="25289"/>
                  <a:pt x="78695" y="25259"/>
                </a:cubicBezTo>
                <a:lnTo>
                  <a:pt x="78695" y="31156"/>
                </a:lnTo>
                <a:cubicBezTo>
                  <a:pt x="78604" y="31368"/>
                  <a:pt x="78574" y="31611"/>
                  <a:pt x="78483" y="31794"/>
                </a:cubicBezTo>
                <a:cubicBezTo>
                  <a:pt x="78452" y="31794"/>
                  <a:pt x="78422" y="31824"/>
                  <a:pt x="78331" y="31824"/>
                </a:cubicBezTo>
                <a:cubicBezTo>
                  <a:pt x="78087" y="31338"/>
                  <a:pt x="77844" y="30760"/>
                  <a:pt x="77510" y="30304"/>
                </a:cubicBezTo>
                <a:cubicBezTo>
                  <a:pt x="77175" y="29788"/>
                  <a:pt x="77024" y="28876"/>
                  <a:pt x="76112" y="29210"/>
                </a:cubicBezTo>
                <a:cubicBezTo>
                  <a:pt x="75595" y="29393"/>
                  <a:pt x="75534" y="29848"/>
                  <a:pt x="75534" y="30304"/>
                </a:cubicBezTo>
                <a:cubicBezTo>
                  <a:pt x="74835" y="31551"/>
                  <a:pt x="74805" y="33010"/>
                  <a:pt x="73862" y="34104"/>
                </a:cubicBezTo>
                <a:cubicBezTo>
                  <a:pt x="73771" y="34225"/>
                  <a:pt x="73680" y="34347"/>
                  <a:pt x="73589" y="34438"/>
                </a:cubicBezTo>
                <a:cubicBezTo>
                  <a:pt x="72495" y="33648"/>
                  <a:pt x="73285" y="31794"/>
                  <a:pt x="72069" y="31095"/>
                </a:cubicBezTo>
                <a:cubicBezTo>
                  <a:pt x="71735" y="31216"/>
                  <a:pt x="71552" y="31399"/>
                  <a:pt x="71431" y="31642"/>
                </a:cubicBezTo>
                <a:cubicBezTo>
                  <a:pt x="71309" y="31459"/>
                  <a:pt x="71127" y="31307"/>
                  <a:pt x="70853" y="31156"/>
                </a:cubicBezTo>
                <a:cubicBezTo>
                  <a:pt x="69941" y="32250"/>
                  <a:pt x="70184" y="33891"/>
                  <a:pt x="69333" y="34985"/>
                </a:cubicBezTo>
                <a:cubicBezTo>
                  <a:pt x="68361" y="35016"/>
                  <a:pt x="68361" y="34195"/>
                  <a:pt x="68209" y="33344"/>
                </a:cubicBezTo>
                <a:cubicBezTo>
                  <a:pt x="67783" y="31186"/>
                  <a:pt x="67206" y="29058"/>
                  <a:pt x="66750" y="26900"/>
                </a:cubicBezTo>
                <a:cubicBezTo>
                  <a:pt x="66628" y="26323"/>
                  <a:pt x="66476" y="25836"/>
                  <a:pt x="65504" y="25563"/>
                </a:cubicBezTo>
                <a:cubicBezTo>
                  <a:pt x="64896" y="28359"/>
                  <a:pt x="66020" y="31064"/>
                  <a:pt x="64896" y="33891"/>
                </a:cubicBezTo>
                <a:cubicBezTo>
                  <a:pt x="63741" y="32402"/>
                  <a:pt x="64166" y="30152"/>
                  <a:pt x="63041" y="28511"/>
                </a:cubicBezTo>
                <a:cubicBezTo>
                  <a:pt x="62950" y="28602"/>
                  <a:pt x="62920" y="28663"/>
                  <a:pt x="62829" y="28754"/>
                </a:cubicBezTo>
                <a:cubicBezTo>
                  <a:pt x="62738" y="26475"/>
                  <a:pt x="62768" y="24195"/>
                  <a:pt x="62464" y="21946"/>
                </a:cubicBezTo>
                <a:cubicBezTo>
                  <a:pt x="60975" y="25107"/>
                  <a:pt x="60853" y="28633"/>
                  <a:pt x="59728" y="31976"/>
                </a:cubicBezTo>
                <a:cubicBezTo>
                  <a:pt x="58269" y="29362"/>
                  <a:pt x="58239" y="26201"/>
                  <a:pt x="57783" y="23253"/>
                </a:cubicBezTo>
                <a:cubicBezTo>
                  <a:pt x="56537" y="23496"/>
                  <a:pt x="56841" y="24377"/>
                  <a:pt x="56810" y="25076"/>
                </a:cubicBezTo>
                <a:lnTo>
                  <a:pt x="56810" y="30548"/>
                </a:lnTo>
                <a:cubicBezTo>
                  <a:pt x="56689" y="29666"/>
                  <a:pt x="56537" y="28785"/>
                  <a:pt x="56142" y="27994"/>
                </a:cubicBezTo>
                <a:cubicBezTo>
                  <a:pt x="55139" y="30730"/>
                  <a:pt x="55199" y="33678"/>
                  <a:pt x="54075" y="36384"/>
                </a:cubicBezTo>
                <a:cubicBezTo>
                  <a:pt x="53801" y="34864"/>
                  <a:pt x="53558" y="33314"/>
                  <a:pt x="53254" y="31794"/>
                </a:cubicBezTo>
                <a:cubicBezTo>
                  <a:pt x="52403" y="33010"/>
                  <a:pt x="52342" y="34408"/>
                  <a:pt x="52129" y="35745"/>
                </a:cubicBezTo>
                <a:cubicBezTo>
                  <a:pt x="52099" y="34833"/>
                  <a:pt x="52008" y="33922"/>
                  <a:pt x="51370" y="33162"/>
                </a:cubicBezTo>
                <a:cubicBezTo>
                  <a:pt x="50883" y="33952"/>
                  <a:pt x="50579" y="34742"/>
                  <a:pt x="50306" y="35593"/>
                </a:cubicBezTo>
                <a:cubicBezTo>
                  <a:pt x="50063" y="34833"/>
                  <a:pt x="49819" y="34073"/>
                  <a:pt x="49242" y="33466"/>
                </a:cubicBezTo>
                <a:cubicBezTo>
                  <a:pt x="48056" y="34590"/>
                  <a:pt x="48543" y="36171"/>
                  <a:pt x="47570" y="37265"/>
                </a:cubicBezTo>
                <a:cubicBezTo>
                  <a:pt x="47540" y="36687"/>
                  <a:pt x="47327" y="36201"/>
                  <a:pt x="46841" y="35806"/>
                </a:cubicBezTo>
                <a:cubicBezTo>
                  <a:pt x="46780" y="35897"/>
                  <a:pt x="46719" y="35958"/>
                  <a:pt x="46658" y="36049"/>
                </a:cubicBezTo>
                <a:cubicBezTo>
                  <a:pt x="45442" y="33040"/>
                  <a:pt x="45746" y="29423"/>
                  <a:pt x="44348" y="26444"/>
                </a:cubicBezTo>
                <a:cubicBezTo>
                  <a:pt x="43649" y="28481"/>
                  <a:pt x="43619" y="30487"/>
                  <a:pt x="43223" y="32523"/>
                </a:cubicBezTo>
                <a:cubicBezTo>
                  <a:pt x="43163" y="29818"/>
                  <a:pt x="43041" y="27113"/>
                  <a:pt x="42464" y="24529"/>
                </a:cubicBezTo>
                <a:cubicBezTo>
                  <a:pt x="41795" y="26475"/>
                  <a:pt x="41613" y="28450"/>
                  <a:pt x="41369" y="30456"/>
                </a:cubicBezTo>
                <a:lnTo>
                  <a:pt x="41248" y="30335"/>
                </a:lnTo>
                <a:cubicBezTo>
                  <a:pt x="40701" y="31915"/>
                  <a:pt x="40761" y="33466"/>
                  <a:pt x="40701" y="35016"/>
                </a:cubicBezTo>
                <a:cubicBezTo>
                  <a:pt x="40488" y="35897"/>
                  <a:pt x="40245" y="36779"/>
                  <a:pt x="39850" y="37630"/>
                </a:cubicBezTo>
                <a:cubicBezTo>
                  <a:pt x="39515" y="36931"/>
                  <a:pt x="39424" y="36201"/>
                  <a:pt x="39181" y="35624"/>
                </a:cubicBezTo>
                <a:cubicBezTo>
                  <a:pt x="38938" y="34347"/>
                  <a:pt x="38664" y="33040"/>
                  <a:pt x="37904" y="31946"/>
                </a:cubicBezTo>
                <a:cubicBezTo>
                  <a:pt x="36780" y="33466"/>
                  <a:pt x="37084" y="35137"/>
                  <a:pt x="36780" y="36687"/>
                </a:cubicBezTo>
                <a:cubicBezTo>
                  <a:pt x="36628" y="36110"/>
                  <a:pt x="36445" y="35563"/>
                  <a:pt x="36293" y="35016"/>
                </a:cubicBezTo>
                <a:cubicBezTo>
                  <a:pt x="36141" y="34560"/>
                  <a:pt x="36172" y="33952"/>
                  <a:pt x="35442" y="33982"/>
                </a:cubicBezTo>
                <a:cubicBezTo>
                  <a:pt x="35017" y="34043"/>
                  <a:pt x="34804" y="34286"/>
                  <a:pt x="34652" y="34590"/>
                </a:cubicBezTo>
                <a:cubicBezTo>
                  <a:pt x="34500" y="34347"/>
                  <a:pt x="34318" y="34104"/>
                  <a:pt x="33862" y="34134"/>
                </a:cubicBezTo>
                <a:cubicBezTo>
                  <a:pt x="33163" y="34225"/>
                  <a:pt x="33163" y="34864"/>
                  <a:pt x="33011" y="35320"/>
                </a:cubicBezTo>
                <a:cubicBezTo>
                  <a:pt x="32828" y="35897"/>
                  <a:pt x="32676" y="36475"/>
                  <a:pt x="32524" y="37022"/>
                </a:cubicBezTo>
                <a:cubicBezTo>
                  <a:pt x="32220" y="35502"/>
                  <a:pt x="32494" y="33830"/>
                  <a:pt x="31369" y="32584"/>
                </a:cubicBezTo>
                <a:cubicBezTo>
                  <a:pt x="30579" y="33830"/>
                  <a:pt x="30305" y="35137"/>
                  <a:pt x="30093" y="36505"/>
                </a:cubicBezTo>
                <a:cubicBezTo>
                  <a:pt x="29819" y="37143"/>
                  <a:pt x="29819" y="37903"/>
                  <a:pt x="29363" y="38633"/>
                </a:cubicBezTo>
                <a:cubicBezTo>
                  <a:pt x="29029" y="37873"/>
                  <a:pt x="28755" y="37113"/>
                  <a:pt x="28573" y="36323"/>
                </a:cubicBezTo>
                <a:cubicBezTo>
                  <a:pt x="28482" y="34742"/>
                  <a:pt x="28573" y="33162"/>
                  <a:pt x="27995" y="31672"/>
                </a:cubicBezTo>
                <a:cubicBezTo>
                  <a:pt x="27965" y="31703"/>
                  <a:pt x="27934" y="31763"/>
                  <a:pt x="27874" y="31824"/>
                </a:cubicBezTo>
                <a:cubicBezTo>
                  <a:pt x="27661" y="29848"/>
                  <a:pt x="27479" y="27903"/>
                  <a:pt x="26779" y="26079"/>
                </a:cubicBezTo>
                <a:cubicBezTo>
                  <a:pt x="26202" y="28785"/>
                  <a:pt x="26111" y="31490"/>
                  <a:pt x="26020" y="34225"/>
                </a:cubicBezTo>
                <a:cubicBezTo>
                  <a:pt x="25655" y="32280"/>
                  <a:pt x="25594" y="30274"/>
                  <a:pt x="24956" y="28359"/>
                </a:cubicBezTo>
                <a:cubicBezTo>
                  <a:pt x="23557" y="31642"/>
                  <a:pt x="23861" y="35198"/>
                  <a:pt x="22646" y="38481"/>
                </a:cubicBezTo>
                <a:cubicBezTo>
                  <a:pt x="22554" y="38390"/>
                  <a:pt x="22524" y="38329"/>
                  <a:pt x="22463" y="38298"/>
                </a:cubicBezTo>
                <a:cubicBezTo>
                  <a:pt x="22007" y="38785"/>
                  <a:pt x="21795" y="39302"/>
                  <a:pt x="21764" y="39879"/>
                </a:cubicBezTo>
                <a:cubicBezTo>
                  <a:pt x="20822" y="38967"/>
                  <a:pt x="21247" y="37295"/>
                  <a:pt x="20123" y="36384"/>
                </a:cubicBezTo>
                <a:cubicBezTo>
                  <a:pt x="19484" y="37083"/>
                  <a:pt x="19272" y="37903"/>
                  <a:pt x="19029" y="38754"/>
                </a:cubicBezTo>
                <a:cubicBezTo>
                  <a:pt x="18755" y="37995"/>
                  <a:pt x="18451" y="37235"/>
                  <a:pt x="17965" y="36505"/>
                </a:cubicBezTo>
                <a:cubicBezTo>
                  <a:pt x="17296" y="37417"/>
                  <a:pt x="17235" y="38329"/>
                  <a:pt x="17205" y="39241"/>
                </a:cubicBezTo>
                <a:cubicBezTo>
                  <a:pt x="16931" y="37934"/>
                  <a:pt x="16840" y="36566"/>
                  <a:pt x="15959" y="35502"/>
                </a:cubicBezTo>
                <a:cubicBezTo>
                  <a:pt x="15776" y="37143"/>
                  <a:pt x="15563" y="38754"/>
                  <a:pt x="15259" y="40305"/>
                </a:cubicBezTo>
                <a:cubicBezTo>
                  <a:pt x="14104" y="37843"/>
                  <a:pt x="14287" y="34803"/>
                  <a:pt x="13193" y="32280"/>
                </a:cubicBezTo>
                <a:cubicBezTo>
                  <a:pt x="12828" y="33070"/>
                  <a:pt x="12645" y="33922"/>
                  <a:pt x="12524" y="34742"/>
                </a:cubicBezTo>
                <a:lnTo>
                  <a:pt x="12524" y="29514"/>
                </a:lnTo>
                <a:cubicBezTo>
                  <a:pt x="12524" y="28876"/>
                  <a:pt x="12828" y="27873"/>
                  <a:pt x="11582" y="27873"/>
                </a:cubicBezTo>
                <a:cubicBezTo>
                  <a:pt x="11126" y="30943"/>
                  <a:pt x="11065" y="34073"/>
                  <a:pt x="9636" y="36991"/>
                </a:cubicBezTo>
                <a:cubicBezTo>
                  <a:pt x="8512" y="33922"/>
                  <a:pt x="8390" y="30548"/>
                  <a:pt x="7417" y="27569"/>
                </a:cubicBezTo>
                <a:cubicBezTo>
                  <a:pt x="6202" y="27538"/>
                  <a:pt x="6536" y="28359"/>
                  <a:pt x="6505" y="28906"/>
                </a:cubicBezTo>
                <a:cubicBezTo>
                  <a:pt x="6445" y="30760"/>
                  <a:pt x="6505" y="32584"/>
                  <a:pt x="6414" y="34438"/>
                </a:cubicBezTo>
                <a:cubicBezTo>
                  <a:pt x="5776" y="34712"/>
                  <a:pt x="5746" y="35198"/>
                  <a:pt x="5654" y="35715"/>
                </a:cubicBezTo>
                <a:cubicBezTo>
                  <a:pt x="5290" y="37691"/>
                  <a:pt x="4864" y="39666"/>
                  <a:pt x="4135" y="41551"/>
                </a:cubicBezTo>
                <a:cubicBezTo>
                  <a:pt x="3466" y="40001"/>
                  <a:pt x="3770" y="38055"/>
                  <a:pt x="2797" y="36718"/>
                </a:cubicBezTo>
                <a:cubicBezTo>
                  <a:pt x="1885" y="37083"/>
                  <a:pt x="1946" y="37721"/>
                  <a:pt x="1946" y="38359"/>
                </a:cubicBezTo>
                <a:cubicBezTo>
                  <a:pt x="1946" y="39757"/>
                  <a:pt x="1551" y="45624"/>
                  <a:pt x="518" y="46809"/>
                </a:cubicBezTo>
                <a:cubicBezTo>
                  <a:pt x="1" y="47448"/>
                  <a:pt x="214" y="48177"/>
                  <a:pt x="214" y="48846"/>
                </a:cubicBezTo>
                <a:lnTo>
                  <a:pt x="214" y="49423"/>
                </a:lnTo>
                <a:lnTo>
                  <a:pt x="183" y="49423"/>
                </a:lnTo>
                <a:cubicBezTo>
                  <a:pt x="183" y="57934"/>
                  <a:pt x="366" y="63861"/>
                  <a:pt x="366" y="72372"/>
                </a:cubicBezTo>
                <a:lnTo>
                  <a:pt x="426" y="72372"/>
                </a:lnTo>
                <a:cubicBezTo>
                  <a:pt x="95626" y="62797"/>
                  <a:pt x="190855" y="60244"/>
                  <a:pt x="286055" y="50669"/>
                </a:cubicBezTo>
                <a:lnTo>
                  <a:pt x="286085" y="50669"/>
                </a:lnTo>
                <a:cubicBezTo>
                  <a:pt x="286511" y="42159"/>
                  <a:pt x="286480" y="24742"/>
                  <a:pt x="286480" y="1626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7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/>
          <p:nvPr>
            <p:ph type="title"/>
          </p:nvPr>
        </p:nvSpPr>
        <p:spPr>
          <a:xfrm flipH="1">
            <a:off x="5319775" y="1623788"/>
            <a:ext cx="3111000" cy="10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96" name="Google Shape;96;p22"/>
          <p:cNvSpPr txBox="1"/>
          <p:nvPr>
            <p:ph type="subTitle" idx="1"/>
          </p:nvPr>
        </p:nvSpPr>
        <p:spPr>
          <a:xfrm flipH="1">
            <a:off x="4393375" y="2545613"/>
            <a:ext cx="4037400" cy="9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2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3"/>
          <p:cNvSpPr txBox="1"/>
          <p:nvPr>
            <p:ph type="title"/>
          </p:nvPr>
        </p:nvSpPr>
        <p:spPr>
          <a:xfrm>
            <a:off x="4275425" y="445025"/>
            <a:ext cx="2808000" cy="13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99" name="Google Shape;99;p23"/>
          <p:cNvSpPr txBox="1"/>
          <p:nvPr>
            <p:ph type="body" idx="1"/>
          </p:nvPr>
        </p:nvSpPr>
        <p:spPr>
          <a:xfrm>
            <a:off x="4275425" y="1869750"/>
            <a:ext cx="4155300" cy="209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Font typeface="Nunito Light"/>
              <a:buChar char="●"/>
              <a:defRPr/>
            </a:lvl1pPr>
            <a:lvl2pPr marL="914400" lvl="1" indent="-3302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Nunito Light"/>
              <a:buChar char="○"/>
              <a:defRPr/>
            </a:lvl2pPr>
            <a:lvl3pPr marL="1371600" lvl="2" indent="-32385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Nunito Light"/>
              <a:buChar char="■"/>
              <a:defRPr/>
            </a:lvl3pPr>
            <a:lvl4pPr marL="1828800" lvl="3" indent="-32385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Nunito Light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unito Light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unito Light"/>
              <a:buChar char="■"/>
              <a:defRPr/>
            </a:lvl6pPr>
            <a:lvl7pPr marL="3200400" lvl="6" indent="-31115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Nunito Light"/>
              <a:buChar char="●"/>
              <a:defRPr/>
            </a:lvl7pPr>
            <a:lvl8pPr marL="3657600" lvl="7" indent="-31115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Nunito Light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3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4"/>
          <p:cNvSpPr txBox="1"/>
          <p:nvPr>
            <p:ph type="title"/>
          </p:nvPr>
        </p:nvSpPr>
        <p:spPr>
          <a:xfrm>
            <a:off x="713225" y="1307625"/>
            <a:ext cx="3187200" cy="129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02" name="Google Shape;102;p24"/>
          <p:cNvSpPr txBox="1"/>
          <p:nvPr>
            <p:ph type="subTitle" idx="1"/>
          </p:nvPr>
        </p:nvSpPr>
        <p:spPr>
          <a:xfrm>
            <a:off x="713225" y="2544950"/>
            <a:ext cx="3187200" cy="129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03" name="Google Shape;103;p24"/>
          <p:cNvSpPr/>
          <p:nvPr/>
        </p:nvSpPr>
        <p:spPr>
          <a:xfrm>
            <a:off x="6342225" y="1509698"/>
            <a:ext cx="4471064" cy="4435219"/>
          </a:xfrm>
          <a:custGeom>
            <a:avLst/>
            <a:gdLst/>
            <a:ahLst/>
            <a:cxnLst/>
            <a:rect l="l" t="t" r="r" b="b"/>
            <a:pathLst>
              <a:path w="119030" h="66871" extrusionOk="0">
                <a:moveTo>
                  <a:pt x="0" y="48573"/>
                </a:moveTo>
                <a:lnTo>
                  <a:pt x="24894" y="30883"/>
                </a:lnTo>
                <a:lnTo>
                  <a:pt x="42736" y="23162"/>
                </a:lnTo>
                <a:lnTo>
                  <a:pt x="60336" y="3527"/>
                </a:lnTo>
                <a:lnTo>
                  <a:pt x="63861" y="1"/>
                </a:lnTo>
                <a:lnTo>
                  <a:pt x="69637" y="1"/>
                </a:lnTo>
                <a:lnTo>
                  <a:pt x="77509" y="4803"/>
                </a:lnTo>
                <a:lnTo>
                  <a:pt x="82828" y="4560"/>
                </a:lnTo>
                <a:lnTo>
                  <a:pt x="85868" y="8603"/>
                </a:lnTo>
                <a:lnTo>
                  <a:pt x="105352" y="24317"/>
                </a:lnTo>
                <a:lnTo>
                  <a:pt x="119030" y="66871"/>
                </a:lnTo>
                <a:lnTo>
                  <a:pt x="0" y="6687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" name="Google Shape;104;p24"/>
          <p:cNvSpPr/>
          <p:nvPr/>
        </p:nvSpPr>
        <p:spPr>
          <a:xfrm>
            <a:off x="-67888" y="4178475"/>
            <a:ext cx="9440529" cy="1927628"/>
          </a:xfrm>
          <a:custGeom>
            <a:avLst/>
            <a:gdLst/>
            <a:ahLst/>
            <a:cxnLst/>
            <a:rect l="l" t="t" r="r" b="b"/>
            <a:pathLst>
              <a:path w="286663" h="72372" extrusionOk="0">
                <a:moveTo>
                  <a:pt x="286480" y="16262"/>
                </a:moveTo>
                <a:lnTo>
                  <a:pt x="286450" y="16262"/>
                </a:lnTo>
                <a:lnTo>
                  <a:pt x="286450" y="15684"/>
                </a:lnTo>
                <a:cubicBezTo>
                  <a:pt x="286450" y="15015"/>
                  <a:pt x="286663" y="14256"/>
                  <a:pt x="286146" y="13708"/>
                </a:cubicBezTo>
                <a:cubicBezTo>
                  <a:pt x="285113" y="12736"/>
                  <a:pt x="284930" y="11398"/>
                  <a:pt x="284930" y="10000"/>
                </a:cubicBezTo>
                <a:cubicBezTo>
                  <a:pt x="284930" y="9331"/>
                  <a:pt x="284930" y="8693"/>
                  <a:pt x="284049" y="8541"/>
                </a:cubicBezTo>
                <a:cubicBezTo>
                  <a:pt x="283106" y="10061"/>
                  <a:pt x="283410" y="11915"/>
                  <a:pt x="282711" y="13617"/>
                </a:cubicBezTo>
                <a:cubicBezTo>
                  <a:pt x="281982" y="11854"/>
                  <a:pt x="281587" y="9970"/>
                  <a:pt x="281191" y="8085"/>
                </a:cubicBezTo>
                <a:cubicBezTo>
                  <a:pt x="281131" y="7599"/>
                  <a:pt x="281070" y="7143"/>
                  <a:pt x="280432" y="6991"/>
                </a:cubicBezTo>
                <a:cubicBezTo>
                  <a:pt x="280401" y="5137"/>
                  <a:pt x="280401" y="3313"/>
                  <a:pt x="280371" y="1429"/>
                </a:cubicBezTo>
                <a:cubicBezTo>
                  <a:pt x="280371" y="912"/>
                  <a:pt x="280675" y="0"/>
                  <a:pt x="279459" y="243"/>
                </a:cubicBezTo>
                <a:cubicBezTo>
                  <a:pt x="278486" y="3435"/>
                  <a:pt x="278334" y="6839"/>
                  <a:pt x="277210" y="10122"/>
                </a:cubicBezTo>
                <a:cubicBezTo>
                  <a:pt x="275811" y="7508"/>
                  <a:pt x="275720" y="4407"/>
                  <a:pt x="275264" y="1398"/>
                </a:cubicBezTo>
                <a:cubicBezTo>
                  <a:pt x="274018" y="1672"/>
                  <a:pt x="274322" y="2523"/>
                  <a:pt x="274322" y="3222"/>
                </a:cubicBezTo>
                <a:lnTo>
                  <a:pt x="274322" y="8450"/>
                </a:lnTo>
                <a:cubicBezTo>
                  <a:pt x="274200" y="7660"/>
                  <a:pt x="274018" y="6869"/>
                  <a:pt x="273684" y="6140"/>
                </a:cubicBezTo>
                <a:cubicBezTo>
                  <a:pt x="272559" y="8876"/>
                  <a:pt x="272711" y="11885"/>
                  <a:pt x="271586" y="14590"/>
                </a:cubicBezTo>
                <a:cubicBezTo>
                  <a:pt x="271282" y="13070"/>
                  <a:pt x="271100" y="11490"/>
                  <a:pt x="270887" y="9909"/>
                </a:cubicBezTo>
                <a:cubicBezTo>
                  <a:pt x="270036" y="11155"/>
                  <a:pt x="269915" y="12523"/>
                  <a:pt x="269641" y="13891"/>
                </a:cubicBezTo>
                <a:cubicBezTo>
                  <a:pt x="269611" y="12979"/>
                  <a:pt x="269520" y="12067"/>
                  <a:pt x="268881" y="11307"/>
                </a:cubicBezTo>
                <a:cubicBezTo>
                  <a:pt x="268395" y="12097"/>
                  <a:pt x="268091" y="12949"/>
                  <a:pt x="267817" y="13739"/>
                </a:cubicBezTo>
                <a:cubicBezTo>
                  <a:pt x="267605" y="12949"/>
                  <a:pt x="267361" y="12189"/>
                  <a:pt x="266723" y="11611"/>
                </a:cubicBezTo>
                <a:cubicBezTo>
                  <a:pt x="265629" y="12766"/>
                  <a:pt x="266024" y="14316"/>
                  <a:pt x="265082" y="15411"/>
                </a:cubicBezTo>
                <a:cubicBezTo>
                  <a:pt x="265021" y="14894"/>
                  <a:pt x="264869" y="14347"/>
                  <a:pt x="264413" y="13921"/>
                </a:cubicBezTo>
                <a:cubicBezTo>
                  <a:pt x="264322" y="14012"/>
                  <a:pt x="264261" y="14073"/>
                  <a:pt x="264200" y="14164"/>
                </a:cubicBezTo>
                <a:cubicBezTo>
                  <a:pt x="262984" y="11125"/>
                  <a:pt x="263258" y="7508"/>
                  <a:pt x="261890" y="4559"/>
                </a:cubicBezTo>
                <a:cubicBezTo>
                  <a:pt x="261221" y="6596"/>
                  <a:pt x="261161" y="8602"/>
                  <a:pt x="260826" y="10638"/>
                </a:cubicBezTo>
                <a:cubicBezTo>
                  <a:pt x="260766" y="7933"/>
                  <a:pt x="260644" y="5228"/>
                  <a:pt x="260066" y="2644"/>
                </a:cubicBezTo>
                <a:cubicBezTo>
                  <a:pt x="259398" y="4590"/>
                  <a:pt x="259185" y="6596"/>
                  <a:pt x="258972" y="8602"/>
                </a:cubicBezTo>
                <a:lnTo>
                  <a:pt x="258851" y="8511"/>
                </a:lnTo>
                <a:cubicBezTo>
                  <a:pt x="258273" y="10091"/>
                  <a:pt x="258364" y="11642"/>
                  <a:pt x="258273" y="13253"/>
                </a:cubicBezTo>
                <a:cubicBezTo>
                  <a:pt x="258091" y="14073"/>
                  <a:pt x="257817" y="14924"/>
                  <a:pt x="257483" y="15745"/>
                </a:cubicBezTo>
                <a:cubicBezTo>
                  <a:pt x="257057" y="15107"/>
                  <a:pt x="257027" y="14377"/>
                  <a:pt x="256753" y="13769"/>
                </a:cubicBezTo>
                <a:cubicBezTo>
                  <a:pt x="256541" y="12493"/>
                  <a:pt x="256267" y="11246"/>
                  <a:pt x="255477" y="10122"/>
                </a:cubicBezTo>
                <a:cubicBezTo>
                  <a:pt x="254382" y="11611"/>
                  <a:pt x="254626" y="13222"/>
                  <a:pt x="254322" y="14803"/>
                </a:cubicBezTo>
                <a:cubicBezTo>
                  <a:pt x="254170" y="14286"/>
                  <a:pt x="254018" y="13708"/>
                  <a:pt x="253835" y="13161"/>
                </a:cubicBezTo>
                <a:cubicBezTo>
                  <a:pt x="253683" y="12705"/>
                  <a:pt x="253714" y="12097"/>
                  <a:pt x="253015" y="12189"/>
                </a:cubicBezTo>
                <a:cubicBezTo>
                  <a:pt x="252589" y="12219"/>
                  <a:pt x="252346" y="12493"/>
                  <a:pt x="252194" y="12797"/>
                </a:cubicBezTo>
                <a:cubicBezTo>
                  <a:pt x="252042" y="12493"/>
                  <a:pt x="251829" y="12249"/>
                  <a:pt x="251404" y="12341"/>
                </a:cubicBezTo>
                <a:cubicBezTo>
                  <a:pt x="250735" y="12401"/>
                  <a:pt x="250735" y="13070"/>
                  <a:pt x="250583" y="13526"/>
                </a:cubicBezTo>
                <a:cubicBezTo>
                  <a:pt x="250370" y="14073"/>
                  <a:pt x="250218" y="14681"/>
                  <a:pt x="250066" y="15289"/>
                </a:cubicBezTo>
                <a:cubicBezTo>
                  <a:pt x="249762" y="13769"/>
                  <a:pt x="250066" y="12067"/>
                  <a:pt x="248942" y="10790"/>
                </a:cubicBezTo>
                <a:cubicBezTo>
                  <a:pt x="248182" y="12037"/>
                  <a:pt x="247908" y="13374"/>
                  <a:pt x="247695" y="14742"/>
                </a:cubicBezTo>
                <a:cubicBezTo>
                  <a:pt x="247452" y="15380"/>
                  <a:pt x="247391" y="16110"/>
                  <a:pt x="246996" y="16900"/>
                </a:cubicBezTo>
                <a:cubicBezTo>
                  <a:pt x="246632" y="16110"/>
                  <a:pt x="246358" y="15259"/>
                  <a:pt x="246176" y="14438"/>
                </a:cubicBezTo>
                <a:cubicBezTo>
                  <a:pt x="246084" y="12857"/>
                  <a:pt x="246176" y="11307"/>
                  <a:pt x="245598" y="9879"/>
                </a:cubicBezTo>
                <a:lnTo>
                  <a:pt x="245477" y="9970"/>
                </a:lnTo>
                <a:cubicBezTo>
                  <a:pt x="245264" y="7994"/>
                  <a:pt x="245051" y="6079"/>
                  <a:pt x="244382" y="4286"/>
                </a:cubicBezTo>
                <a:cubicBezTo>
                  <a:pt x="243805" y="6991"/>
                  <a:pt x="243683" y="9666"/>
                  <a:pt x="243622" y="12401"/>
                </a:cubicBezTo>
                <a:cubicBezTo>
                  <a:pt x="243227" y="10487"/>
                  <a:pt x="243197" y="8420"/>
                  <a:pt x="242528" y="6535"/>
                </a:cubicBezTo>
                <a:cubicBezTo>
                  <a:pt x="241100" y="9787"/>
                  <a:pt x="241403" y="13313"/>
                  <a:pt x="240188" y="16596"/>
                </a:cubicBezTo>
                <a:cubicBezTo>
                  <a:pt x="240157" y="16505"/>
                  <a:pt x="240096" y="16444"/>
                  <a:pt x="240005" y="16414"/>
                </a:cubicBezTo>
                <a:cubicBezTo>
                  <a:pt x="239489" y="16870"/>
                  <a:pt x="239337" y="17417"/>
                  <a:pt x="239276" y="17994"/>
                </a:cubicBezTo>
                <a:cubicBezTo>
                  <a:pt x="238303" y="17082"/>
                  <a:pt x="238789" y="15411"/>
                  <a:pt x="237604" y="14529"/>
                </a:cubicBezTo>
                <a:cubicBezTo>
                  <a:pt x="237057" y="15259"/>
                  <a:pt x="236783" y="16049"/>
                  <a:pt x="236540" y="16900"/>
                </a:cubicBezTo>
                <a:cubicBezTo>
                  <a:pt x="236297" y="16140"/>
                  <a:pt x="235993" y="15380"/>
                  <a:pt x="235476" y="14681"/>
                </a:cubicBezTo>
                <a:cubicBezTo>
                  <a:pt x="234838" y="15563"/>
                  <a:pt x="234777" y="16505"/>
                  <a:pt x="234716" y="17417"/>
                </a:cubicBezTo>
                <a:cubicBezTo>
                  <a:pt x="234504" y="16140"/>
                  <a:pt x="234412" y="14772"/>
                  <a:pt x="233592" y="13708"/>
                </a:cubicBezTo>
                <a:cubicBezTo>
                  <a:pt x="233288" y="15289"/>
                  <a:pt x="233045" y="16870"/>
                  <a:pt x="232802" y="18450"/>
                </a:cubicBezTo>
                <a:cubicBezTo>
                  <a:pt x="231646" y="15988"/>
                  <a:pt x="231768" y="13009"/>
                  <a:pt x="230704" y="10487"/>
                </a:cubicBezTo>
                <a:cubicBezTo>
                  <a:pt x="230370" y="11338"/>
                  <a:pt x="230157" y="12219"/>
                  <a:pt x="230066" y="13131"/>
                </a:cubicBezTo>
                <a:lnTo>
                  <a:pt x="230066" y="7660"/>
                </a:lnTo>
                <a:cubicBezTo>
                  <a:pt x="230066" y="7021"/>
                  <a:pt x="230370" y="6018"/>
                  <a:pt x="229063" y="6018"/>
                </a:cubicBezTo>
                <a:cubicBezTo>
                  <a:pt x="228607" y="9119"/>
                  <a:pt x="228577" y="12249"/>
                  <a:pt x="227118" y="15198"/>
                </a:cubicBezTo>
                <a:cubicBezTo>
                  <a:pt x="225993" y="12067"/>
                  <a:pt x="225902" y="8572"/>
                  <a:pt x="224382" y="5684"/>
                </a:cubicBezTo>
                <a:cubicBezTo>
                  <a:pt x="224078" y="7994"/>
                  <a:pt x="224078" y="10274"/>
                  <a:pt x="224017" y="12553"/>
                </a:cubicBezTo>
                <a:cubicBezTo>
                  <a:pt x="223987" y="12493"/>
                  <a:pt x="223896" y="12462"/>
                  <a:pt x="223835" y="12371"/>
                </a:cubicBezTo>
                <a:cubicBezTo>
                  <a:pt x="222680" y="14286"/>
                  <a:pt x="223105" y="16414"/>
                  <a:pt x="221950" y="18116"/>
                </a:cubicBezTo>
                <a:cubicBezTo>
                  <a:pt x="220826" y="15532"/>
                  <a:pt x="221950" y="12614"/>
                  <a:pt x="221342" y="9909"/>
                </a:cubicBezTo>
                <a:cubicBezTo>
                  <a:pt x="220370" y="10365"/>
                  <a:pt x="220218" y="10882"/>
                  <a:pt x="220096" y="11459"/>
                </a:cubicBezTo>
                <a:cubicBezTo>
                  <a:pt x="219640" y="13708"/>
                  <a:pt x="219123" y="15988"/>
                  <a:pt x="218667" y="18237"/>
                </a:cubicBezTo>
                <a:cubicBezTo>
                  <a:pt x="218516" y="19058"/>
                  <a:pt x="218546" y="19909"/>
                  <a:pt x="217512" y="20092"/>
                </a:cubicBezTo>
                <a:cubicBezTo>
                  <a:pt x="216692" y="19149"/>
                  <a:pt x="216935" y="17477"/>
                  <a:pt x="215993" y="16505"/>
                </a:cubicBezTo>
                <a:cubicBezTo>
                  <a:pt x="215719" y="16718"/>
                  <a:pt x="215537" y="16900"/>
                  <a:pt x="215415" y="17113"/>
                </a:cubicBezTo>
                <a:cubicBezTo>
                  <a:pt x="215354" y="16930"/>
                  <a:pt x="215172" y="16778"/>
                  <a:pt x="214777" y="16748"/>
                </a:cubicBezTo>
                <a:cubicBezTo>
                  <a:pt x="213561" y="17690"/>
                  <a:pt x="214351" y="19392"/>
                  <a:pt x="213257" y="20395"/>
                </a:cubicBezTo>
                <a:cubicBezTo>
                  <a:pt x="213196" y="20274"/>
                  <a:pt x="213075" y="20213"/>
                  <a:pt x="212983" y="20092"/>
                </a:cubicBezTo>
                <a:cubicBezTo>
                  <a:pt x="212072" y="19180"/>
                  <a:pt x="212011" y="17781"/>
                  <a:pt x="211312" y="16626"/>
                </a:cubicBezTo>
                <a:cubicBezTo>
                  <a:pt x="211312" y="16170"/>
                  <a:pt x="211251" y="15745"/>
                  <a:pt x="210765" y="15654"/>
                </a:cubicBezTo>
                <a:cubicBezTo>
                  <a:pt x="209853" y="15441"/>
                  <a:pt x="209701" y="16444"/>
                  <a:pt x="209336" y="17022"/>
                </a:cubicBezTo>
                <a:cubicBezTo>
                  <a:pt x="209032" y="17538"/>
                  <a:pt x="208819" y="18146"/>
                  <a:pt x="208515" y="18724"/>
                </a:cubicBezTo>
                <a:lnTo>
                  <a:pt x="208363" y="18724"/>
                </a:lnTo>
                <a:cubicBezTo>
                  <a:pt x="208272" y="18541"/>
                  <a:pt x="208211" y="18298"/>
                  <a:pt x="208181" y="18116"/>
                </a:cubicBezTo>
                <a:lnTo>
                  <a:pt x="208181" y="12219"/>
                </a:lnTo>
                <a:cubicBezTo>
                  <a:pt x="206844" y="12493"/>
                  <a:pt x="206965" y="13465"/>
                  <a:pt x="206752" y="14073"/>
                </a:cubicBezTo>
                <a:cubicBezTo>
                  <a:pt x="206661" y="14499"/>
                  <a:pt x="206570" y="14924"/>
                  <a:pt x="206448" y="15350"/>
                </a:cubicBezTo>
                <a:cubicBezTo>
                  <a:pt x="205537" y="16596"/>
                  <a:pt x="205749" y="17964"/>
                  <a:pt x="204716" y="19180"/>
                </a:cubicBezTo>
                <a:cubicBezTo>
                  <a:pt x="204382" y="17326"/>
                  <a:pt x="204078" y="15684"/>
                  <a:pt x="203774" y="14043"/>
                </a:cubicBezTo>
                <a:cubicBezTo>
                  <a:pt x="202619" y="14377"/>
                  <a:pt x="202558" y="15107"/>
                  <a:pt x="202558" y="15806"/>
                </a:cubicBezTo>
                <a:cubicBezTo>
                  <a:pt x="202558" y="16474"/>
                  <a:pt x="202193" y="17022"/>
                  <a:pt x="201859" y="17812"/>
                </a:cubicBezTo>
                <a:cubicBezTo>
                  <a:pt x="201798" y="17690"/>
                  <a:pt x="201707" y="17569"/>
                  <a:pt x="201646" y="17417"/>
                </a:cubicBezTo>
                <a:cubicBezTo>
                  <a:pt x="201646" y="16049"/>
                  <a:pt x="201707" y="14681"/>
                  <a:pt x="201676" y="13313"/>
                </a:cubicBezTo>
                <a:cubicBezTo>
                  <a:pt x="201646" y="12675"/>
                  <a:pt x="201950" y="11885"/>
                  <a:pt x="200977" y="11702"/>
                </a:cubicBezTo>
                <a:cubicBezTo>
                  <a:pt x="200643" y="11915"/>
                  <a:pt x="200460" y="12219"/>
                  <a:pt x="200339" y="12553"/>
                </a:cubicBezTo>
                <a:cubicBezTo>
                  <a:pt x="200157" y="11550"/>
                  <a:pt x="199853" y="10547"/>
                  <a:pt x="199275" y="9666"/>
                </a:cubicBezTo>
                <a:cubicBezTo>
                  <a:pt x="198059" y="10335"/>
                  <a:pt x="198363" y="11246"/>
                  <a:pt x="198363" y="12006"/>
                </a:cubicBezTo>
                <a:cubicBezTo>
                  <a:pt x="198302" y="15046"/>
                  <a:pt x="198637" y="18025"/>
                  <a:pt x="197634" y="21064"/>
                </a:cubicBezTo>
                <a:cubicBezTo>
                  <a:pt x="197482" y="21581"/>
                  <a:pt x="197330" y="22067"/>
                  <a:pt x="197117" y="22523"/>
                </a:cubicBezTo>
                <a:cubicBezTo>
                  <a:pt x="196813" y="23253"/>
                  <a:pt x="196205" y="23709"/>
                  <a:pt x="195476" y="23769"/>
                </a:cubicBezTo>
                <a:cubicBezTo>
                  <a:pt x="195172" y="23800"/>
                  <a:pt x="194898" y="23709"/>
                  <a:pt x="194716" y="23557"/>
                </a:cubicBezTo>
                <a:cubicBezTo>
                  <a:pt x="194594" y="23283"/>
                  <a:pt x="194564" y="22979"/>
                  <a:pt x="194533" y="22675"/>
                </a:cubicBezTo>
                <a:cubicBezTo>
                  <a:pt x="194412" y="21581"/>
                  <a:pt x="193956" y="20547"/>
                  <a:pt x="194199" y="19332"/>
                </a:cubicBezTo>
                <a:cubicBezTo>
                  <a:pt x="194381" y="18389"/>
                  <a:pt x="194868" y="17265"/>
                  <a:pt x="193773" y="16292"/>
                </a:cubicBezTo>
                <a:cubicBezTo>
                  <a:pt x="193378" y="17234"/>
                  <a:pt x="193165" y="18237"/>
                  <a:pt x="192922" y="19149"/>
                </a:cubicBezTo>
                <a:cubicBezTo>
                  <a:pt x="192770" y="18572"/>
                  <a:pt x="192618" y="17994"/>
                  <a:pt x="192558" y="17417"/>
                </a:cubicBezTo>
                <a:cubicBezTo>
                  <a:pt x="192466" y="16930"/>
                  <a:pt x="192527" y="16414"/>
                  <a:pt x="191707" y="16292"/>
                </a:cubicBezTo>
                <a:cubicBezTo>
                  <a:pt x="191099" y="17569"/>
                  <a:pt x="191676" y="18876"/>
                  <a:pt x="191372" y="20122"/>
                </a:cubicBezTo>
                <a:cubicBezTo>
                  <a:pt x="191159" y="21155"/>
                  <a:pt x="191007" y="22219"/>
                  <a:pt x="190460" y="23192"/>
                </a:cubicBezTo>
                <a:cubicBezTo>
                  <a:pt x="189092" y="21976"/>
                  <a:pt x="190004" y="19605"/>
                  <a:pt x="188758" y="18329"/>
                </a:cubicBezTo>
                <a:cubicBezTo>
                  <a:pt x="188211" y="18845"/>
                  <a:pt x="187877" y="19392"/>
                  <a:pt x="187694" y="19970"/>
                </a:cubicBezTo>
                <a:cubicBezTo>
                  <a:pt x="187512" y="19636"/>
                  <a:pt x="187299" y="19332"/>
                  <a:pt x="187086" y="19028"/>
                </a:cubicBezTo>
                <a:cubicBezTo>
                  <a:pt x="186144" y="20426"/>
                  <a:pt x="186691" y="21824"/>
                  <a:pt x="185779" y="22949"/>
                </a:cubicBezTo>
                <a:cubicBezTo>
                  <a:pt x="184564" y="20730"/>
                  <a:pt x="186023" y="17690"/>
                  <a:pt x="184351" y="15380"/>
                </a:cubicBezTo>
                <a:cubicBezTo>
                  <a:pt x="182740" y="18116"/>
                  <a:pt x="183196" y="20973"/>
                  <a:pt x="181646" y="23344"/>
                </a:cubicBezTo>
                <a:cubicBezTo>
                  <a:pt x="181281" y="22949"/>
                  <a:pt x="181007" y="22493"/>
                  <a:pt x="180825" y="22037"/>
                </a:cubicBezTo>
                <a:cubicBezTo>
                  <a:pt x="180582" y="20669"/>
                  <a:pt x="181068" y="19058"/>
                  <a:pt x="179791" y="18085"/>
                </a:cubicBezTo>
                <a:lnTo>
                  <a:pt x="179791" y="18116"/>
                </a:lnTo>
                <a:lnTo>
                  <a:pt x="179791" y="18085"/>
                </a:lnTo>
                <a:cubicBezTo>
                  <a:pt x="179305" y="16140"/>
                  <a:pt x="179001" y="14134"/>
                  <a:pt x="178545" y="11733"/>
                </a:cubicBezTo>
                <a:cubicBezTo>
                  <a:pt x="177390" y="13009"/>
                  <a:pt x="177390" y="13982"/>
                  <a:pt x="177390" y="14894"/>
                </a:cubicBezTo>
                <a:cubicBezTo>
                  <a:pt x="177390" y="17751"/>
                  <a:pt x="177390" y="20578"/>
                  <a:pt x="177360" y="23435"/>
                </a:cubicBezTo>
                <a:cubicBezTo>
                  <a:pt x="177360" y="24651"/>
                  <a:pt x="177208" y="25897"/>
                  <a:pt x="176053" y="26870"/>
                </a:cubicBezTo>
                <a:cubicBezTo>
                  <a:pt x="174138" y="24681"/>
                  <a:pt x="175232" y="21551"/>
                  <a:pt x="174077" y="19028"/>
                </a:cubicBezTo>
                <a:cubicBezTo>
                  <a:pt x="172527" y="20517"/>
                  <a:pt x="172831" y="22523"/>
                  <a:pt x="171098" y="23709"/>
                </a:cubicBezTo>
                <a:cubicBezTo>
                  <a:pt x="169670" y="19848"/>
                  <a:pt x="169366" y="15867"/>
                  <a:pt x="169214" y="11307"/>
                </a:cubicBezTo>
                <a:cubicBezTo>
                  <a:pt x="166752" y="15076"/>
                  <a:pt x="167238" y="19301"/>
                  <a:pt x="165384" y="22706"/>
                </a:cubicBezTo>
                <a:cubicBezTo>
                  <a:pt x="164928" y="21186"/>
                  <a:pt x="164594" y="19605"/>
                  <a:pt x="163651" y="18146"/>
                </a:cubicBezTo>
                <a:cubicBezTo>
                  <a:pt x="162800" y="19666"/>
                  <a:pt x="162952" y="21216"/>
                  <a:pt x="162891" y="22706"/>
                </a:cubicBezTo>
                <a:cubicBezTo>
                  <a:pt x="162466" y="21611"/>
                  <a:pt x="162618" y="20274"/>
                  <a:pt x="162223" y="19210"/>
                </a:cubicBezTo>
                <a:cubicBezTo>
                  <a:pt x="161311" y="19210"/>
                  <a:pt x="161311" y="19788"/>
                  <a:pt x="161311" y="20274"/>
                </a:cubicBezTo>
                <a:cubicBezTo>
                  <a:pt x="161280" y="21034"/>
                  <a:pt x="161372" y="21763"/>
                  <a:pt x="161007" y="22554"/>
                </a:cubicBezTo>
                <a:cubicBezTo>
                  <a:pt x="160855" y="22949"/>
                  <a:pt x="160855" y="23405"/>
                  <a:pt x="160764" y="23739"/>
                </a:cubicBezTo>
                <a:cubicBezTo>
                  <a:pt x="159609" y="20730"/>
                  <a:pt x="159122" y="17477"/>
                  <a:pt x="157511" y="14651"/>
                </a:cubicBezTo>
                <a:cubicBezTo>
                  <a:pt x="157207" y="16626"/>
                  <a:pt x="157268" y="18602"/>
                  <a:pt x="157207" y="20578"/>
                </a:cubicBezTo>
                <a:cubicBezTo>
                  <a:pt x="155992" y="22006"/>
                  <a:pt x="156083" y="23891"/>
                  <a:pt x="155080" y="25380"/>
                </a:cubicBezTo>
                <a:cubicBezTo>
                  <a:pt x="154320" y="24013"/>
                  <a:pt x="154715" y="22341"/>
                  <a:pt x="154107" y="20578"/>
                </a:cubicBezTo>
                <a:cubicBezTo>
                  <a:pt x="153104" y="22067"/>
                  <a:pt x="153165" y="23465"/>
                  <a:pt x="152770" y="24742"/>
                </a:cubicBezTo>
                <a:cubicBezTo>
                  <a:pt x="152344" y="23739"/>
                  <a:pt x="152010" y="22675"/>
                  <a:pt x="151402" y="21733"/>
                </a:cubicBezTo>
                <a:cubicBezTo>
                  <a:pt x="150125" y="23739"/>
                  <a:pt x="151402" y="25502"/>
                  <a:pt x="150460" y="27204"/>
                </a:cubicBezTo>
                <a:cubicBezTo>
                  <a:pt x="149608" y="26870"/>
                  <a:pt x="149608" y="25836"/>
                  <a:pt x="149092" y="25198"/>
                </a:cubicBezTo>
                <a:cubicBezTo>
                  <a:pt x="148849" y="23101"/>
                  <a:pt x="148697" y="21034"/>
                  <a:pt x="148089" y="19119"/>
                </a:cubicBezTo>
                <a:cubicBezTo>
                  <a:pt x="147025" y="21702"/>
                  <a:pt x="147116" y="24468"/>
                  <a:pt x="145809" y="26870"/>
                </a:cubicBezTo>
                <a:cubicBezTo>
                  <a:pt x="145748" y="26657"/>
                  <a:pt x="145718" y="26444"/>
                  <a:pt x="145596" y="26231"/>
                </a:cubicBezTo>
                <a:cubicBezTo>
                  <a:pt x="145414" y="25867"/>
                  <a:pt x="145323" y="25380"/>
                  <a:pt x="144745" y="25441"/>
                </a:cubicBezTo>
                <a:cubicBezTo>
                  <a:pt x="144228" y="25532"/>
                  <a:pt x="143955" y="25927"/>
                  <a:pt x="143894" y="26383"/>
                </a:cubicBezTo>
                <a:cubicBezTo>
                  <a:pt x="143803" y="26809"/>
                  <a:pt x="143651" y="27204"/>
                  <a:pt x="143438" y="27447"/>
                </a:cubicBezTo>
                <a:cubicBezTo>
                  <a:pt x="143195" y="27234"/>
                  <a:pt x="143043" y="26931"/>
                  <a:pt x="142982" y="26475"/>
                </a:cubicBezTo>
                <a:cubicBezTo>
                  <a:pt x="142891" y="26019"/>
                  <a:pt x="142617" y="25684"/>
                  <a:pt x="142101" y="25684"/>
                </a:cubicBezTo>
                <a:cubicBezTo>
                  <a:pt x="141523" y="25715"/>
                  <a:pt x="141402" y="26231"/>
                  <a:pt x="141250" y="26657"/>
                </a:cubicBezTo>
                <a:cubicBezTo>
                  <a:pt x="141189" y="26900"/>
                  <a:pt x="141098" y="27082"/>
                  <a:pt x="141037" y="27295"/>
                </a:cubicBezTo>
                <a:cubicBezTo>
                  <a:pt x="139730" y="25168"/>
                  <a:pt x="139821" y="22371"/>
                  <a:pt x="138757" y="20000"/>
                </a:cubicBezTo>
                <a:cubicBezTo>
                  <a:pt x="138149" y="22067"/>
                  <a:pt x="137997" y="24165"/>
                  <a:pt x="137754" y="26292"/>
                </a:cubicBezTo>
                <a:cubicBezTo>
                  <a:pt x="137268" y="26991"/>
                  <a:pt x="137237" y="28025"/>
                  <a:pt x="136386" y="28572"/>
                </a:cubicBezTo>
                <a:cubicBezTo>
                  <a:pt x="135444" y="27082"/>
                  <a:pt x="136751" y="25016"/>
                  <a:pt x="135444" y="23283"/>
                </a:cubicBezTo>
                <a:cubicBezTo>
                  <a:pt x="134867" y="24347"/>
                  <a:pt x="134502" y="25472"/>
                  <a:pt x="134076" y="26596"/>
                </a:cubicBezTo>
                <a:cubicBezTo>
                  <a:pt x="133742" y="25411"/>
                  <a:pt x="133742" y="23952"/>
                  <a:pt x="132739" y="22706"/>
                </a:cubicBezTo>
                <a:cubicBezTo>
                  <a:pt x="132101" y="24620"/>
                  <a:pt x="132496" y="26171"/>
                  <a:pt x="131766" y="27721"/>
                </a:cubicBezTo>
                <a:cubicBezTo>
                  <a:pt x="130733" y="26444"/>
                  <a:pt x="130824" y="24560"/>
                  <a:pt x="129638" y="23405"/>
                </a:cubicBezTo>
                <a:cubicBezTo>
                  <a:pt x="129608" y="21429"/>
                  <a:pt x="129638" y="19453"/>
                  <a:pt x="129335" y="17508"/>
                </a:cubicBezTo>
                <a:cubicBezTo>
                  <a:pt x="127724" y="20608"/>
                  <a:pt x="127237" y="24013"/>
                  <a:pt x="126113" y="27234"/>
                </a:cubicBezTo>
                <a:cubicBezTo>
                  <a:pt x="125991" y="26900"/>
                  <a:pt x="125991" y="26444"/>
                  <a:pt x="125839" y="26110"/>
                </a:cubicBezTo>
                <a:cubicBezTo>
                  <a:pt x="125535" y="25380"/>
                  <a:pt x="125596" y="24651"/>
                  <a:pt x="125535" y="23891"/>
                </a:cubicBezTo>
                <a:cubicBezTo>
                  <a:pt x="125505" y="23405"/>
                  <a:pt x="125535" y="22827"/>
                  <a:pt x="124623" y="23009"/>
                </a:cubicBezTo>
                <a:cubicBezTo>
                  <a:pt x="124289" y="24165"/>
                  <a:pt x="124380" y="25441"/>
                  <a:pt x="123985" y="26627"/>
                </a:cubicBezTo>
                <a:cubicBezTo>
                  <a:pt x="123924" y="25137"/>
                  <a:pt x="124076" y="23587"/>
                  <a:pt x="123225" y="22219"/>
                </a:cubicBezTo>
                <a:cubicBezTo>
                  <a:pt x="122252" y="23800"/>
                  <a:pt x="121918" y="25532"/>
                  <a:pt x="121462" y="27113"/>
                </a:cubicBezTo>
                <a:cubicBezTo>
                  <a:pt x="119608" y="24073"/>
                  <a:pt x="120094" y="19788"/>
                  <a:pt x="117632" y="16505"/>
                </a:cubicBezTo>
                <a:cubicBezTo>
                  <a:pt x="117480" y="21125"/>
                  <a:pt x="117207" y="25137"/>
                  <a:pt x="115778" y="29271"/>
                </a:cubicBezTo>
                <a:cubicBezTo>
                  <a:pt x="114015" y="28450"/>
                  <a:pt x="114349" y="26353"/>
                  <a:pt x="112769" y="25168"/>
                </a:cubicBezTo>
                <a:cubicBezTo>
                  <a:pt x="111583" y="27903"/>
                  <a:pt x="112738" y="30852"/>
                  <a:pt x="110793" y="33435"/>
                </a:cubicBezTo>
                <a:cubicBezTo>
                  <a:pt x="109608" y="32706"/>
                  <a:pt x="109486" y="31490"/>
                  <a:pt x="109486" y="30274"/>
                </a:cubicBezTo>
                <a:cubicBezTo>
                  <a:pt x="109456" y="27417"/>
                  <a:pt x="109486" y="24560"/>
                  <a:pt x="109456" y="21733"/>
                </a:cubicBezTo>
                <a:cubicBezTo>
                  <a:pt x="109456" y="20821"/>
                  <a:pt x="109456" y="19848"/>
                  <a:pt x="108331" y="18785"/>
                </a:cubicBezTo>
                <a:cubicBezTo>
                  <a:pt x="107875" y="21277"/>
                  <a:pt x="107571" y="23344"/>
                  <a:pt x="107054" y="25380"/>
                </a:cubicBezTo>
                <a:lnTo>
                  <a:pt x="107054" y="25411"/>
                </a:lnTo>
                <a:lnTo>
                  <a:pt x="107054" y="25411"/>
                </a:lnTo>
                <a:cubicBezTo>
                  <a:pt x="105747" y="26627"/>
                  <a:pt x="106264" y="28146"/>
                  <a:pt x="106051" y="29545"/>
                </a:cubicBezTo>
                <a:cubicBezTo>
                  <a:pt x="105808" y="30092"/>
                  <a:pt x="105535" y="30578"/>
                  <a:pt x="105200" y="31064"/>
                </a:cubicBezTo>
                <a:cubicBezTo>
                  <a:pt x="103650" y="28967"/>
                  <a:pt x="104106" y="26019"/>
                  <a:pt x="102495" y="23617"/>
                </a:cubicBezTo>
                <a:cubicBezTo>
                  <a:pt x="100823" y="26292"/>
                  <a:pt x="102313" y="29058"/>
                  <a:pt x="101067" y="31490"/>
                </a:cubicBezTo>
                <a:cubicBezTo>
                  <a:pt x="100155" y="30578"/>
                  <a:pt x="100732" y="29058"/>
                  <a:pt x="99760" y="27842"/>
                </a:cubicBezTo>
                <a:cubicBezTo>
                  <a:pt x="99547" y="28177"/>
                  <a:pt x="99304" y="28572"/>
                  <a:pt x="99152" y="28906"/>
                </a:cubicBezTo>
                <a:cubicBezTo>
                  <a:pt x="98939" y="28359"/>
                  <a:pt x="98635" y="27873"/>
                  <a:pt x="98088" y="27447"/>
                </a:cubicBezTo>
                <a:cubicBezTo>
                  <a:pt x="96842" y="28967"/>
                  <a:pt x="97753" y="31186"/>
                  <a:pt x="96386" y="32706"/>
                </a:cubicBezTo>
                <a:cubicBezTo>
                  <a:pt x="95869" y="31824"/>
                  <a:pt x="95747" y="30791"/>
                  <a:pt x="95474" y="29818"/>
                </a:cubicBezTo>
                <a:cubicBezTo>
                  <a:pt x="95170" y="28633"/>
                  <a:pt x="95778" y="27204"/>
                  <a:pt x="95139" y="26049"/>
                </a:cubicBezTo>
                <a:cubicBezTo>
                  <a:pt x="94349" y="26323"/>
                  <a:pt x="94379" y="26839"/>
                  <a:pt x="94288" y="27356"/>
                </a:cubicBezTo>
                <a:cubicBezTo>
                  <a:pt x="94227" y="27964"/>
                  <a:pt x="94076" y="28511"/>
                  <a:pt x="93924" y="29119"/>
                </a:cubicBezTo>
                <a:cubicBezTo>
                  <a:pt x="93680" y="28268"/>
                  <a:pt x="93468" y="27295"/>
                  <a:pt x="93072" y="26444"/>
                </a:cubicBezTo>
                <a:cubicBezTo>
                  <a:pt x="91978" y="27660"/>
                  <a:pt x="92525" y="28633"/>
                  <a:pt x="92677" y="29545"/>
                </a:cubicBezTo>
                <a:cubicBezTo>
                  <a:pt x="92890" y="30700"/>
                  <a:pt x="92465" y="31824"/>
                  <a:pt x="92313" y="32979"/>
                </a:cubicBezTo>
                <a:cubicBezTo>
                  <a:pt x="92282" y="33283"/>
                  <a:pt x="92221" y="33587"/>
                  <a:pt x="92130" y="33891"/>
                </a:cubicBezTo>
                <a:cubicBezTo>
                  <a:pt x="91948" y="34073"/>
                  <a:pt x="91705" y="34225"/>
                  <a:pt x="91370" y="34256"/>
                </a:cubicBezTo>
                <a:cubicBezTo>
                  <a:pt x="90641" y="34347"/>
                  <a:pt x="90033" y="33982"/>
                  <a:pt x="89729" y="33344"/>
                </a:cubicBezTo>
                <a:cubicBezTo>
                  <a:pt x="89547" y="32918"/>
                  <a:pt x="89395" y="32432"/>
                  <a:pt x="89212" y="31976"/>
                </a:cubicBezTo>
                <a:cubicBezTo>
                  <a:pt x="88179" y="29119"/>
                  <a:pt x="88574" y="26049"/>
                  <a:pt x="88483" y="23040"/>
                </a:cubicBezTo>
                <a:cubicBezTo>
                  <a:pt x="88452" y="22280"/>
                  <a:pt x="88756" y="21338"/>
                  <a:pt x="87571" y="20912"/>
                </a:cubicBezTo>
                <a:cubicBezTo>
                  <a:pt x="86993" y="21915"/>
                  <a:pt x="86689" y="22979"/>
                  <a:pt x="86507" y="24043"/>
                </a:cubicBezTo>
                <a:cubicBezTo>
                  <a:pt x="86385" y="23739"/>
                  <a:pt x="86233" y="23465"/>
                  <a:pt x="85869" y="23283"/>
                </a:cubicBezTo>
                <a:cubicBezTo>
                  <a:pt x="84926" y="23648"/>
                  <a:pt x="85170" y="24408"/>
                  <a:pt x="85170" y="25076"/>
                </a:cubicBezTo>
                <a:cubicBezTo>
                  <a:pt x="85109" y="26444"/>
                  <a:pt x="85230" y="27812"/>
                  <a:pt x="85230" y="29180"/>
                </a:cubicBezTo>
                <a:cubicBezTo>
                  <a:pt x="85139" y="29332"/>
                  <a:pt x="85078" y="29423"/>
                  <a:pt x="84987" y="29575"/>
                </a:cubicBezTo>
                <a:cubicBezTo>
                  <a:pt x="84653" y="28876"/>
                  <a:pt x="84318" y="28420"/>
                  <a:pt x="84318" y="27721"/>
                </a:cubicBezTo>
                <a:cubicBezTo>
                  <a:pt x="84318" y="27052"/>
                  <a:pt x="84227" y="26323"/>
                  <a:pt x="83103" y="26201"/>
                </a:cubicBezTo>
                <a:cubicBezTo>
                  <a:pt x="82799" y="27903"/>
                  <a:pt x="82495" y="29636"/>
                  <a:pt x="82130" y="31520"/>
                </a:cubicBezTo>
                <a:cubicBezTo>
                  <a:pt x="81127" y="30487"/>
                  <a:pt x="81340" y="29089"/>
                  <a:pt x="80397" y="28025"/>
                </a:cubicBezTo>
                <a:cubicBezTo>
                  <a:pt x="80276" y="27599"/>
                  <a:pt x="80215" y="27234"/>
                  <a:pt x="80093" y="26839"/>
                </a:cubicBezTo>
                <a:cubicBezTo>
                  <a:pt x="79942" y="26292"/>
                  <a:pt x="80002" y="25289"/>
                  <a:pt x="78695" y="25259"/>
                </a:cubicBezTo>
                <a:lnTo>
                  <a:pt x="78695" y="31156"/>
                </a:lnTo>
                <a:cubicBezTo>
                  <a:pt x="78604" y="31368"/>
                  <a:pt x="78574" y="31611"/>
                  <a:pt x="78483" y="31794"/>
                </a:cubicBezTo>
                <a:cubicBezTo>
                  <a:pt x="78452" y="31794"/>
                  <a:pt x="78422" y="31824"/>
                  <a:pt x="78331" y="31824"/>
                </a:cubicBezTo>
                <a:cubicBezTo>
                  <a:pt x="78087" y="31338"/>
                  <a:pt x="77844" y="30760"/>
                  <a:pt x="77510" y="30304"/>
                </a:cubicBezTo>
                <a:cubicBezTo>
                  <a:pt x="77175" y="29788"/>
                  <a:pt x="77024" y="28876"/>
                  <a:pt x="76112" y="29210"/>
                </a:cubicBezTo>
                <a:cubicBezTo>
                  <a:pt x="75595" y="29393"/>
                  <a:pt x="75534" y="29848"/>
                  <a:pt x="75534" y="30304"/>
                </a:cubicBezTo>
                <a:cubicBezTo>
                  <a:pt x="74835" y="31551"/>
                  <a:pt x="74805" y="33010"/>
                  <a:pt x="73862" y="34104"/>
                </a:cubicBezTo>
                <a:cubicBezTo>
                  <a:pt x="73771" y="34225"/>
                  <a:pt x="73680" y="34347"/>
                  <a:pt x="73589" y="34438"/>
                </a:cubicBezTo>
                <a:cubicBezTo>
                  <a:pt x="72495" y="33648"/>
                  <a:pt x="73285" y="31794"/>
                  <a:pt x="72069" y="31095"/>
                </a:cubicBezTo>
                <a:cubicBezTo>
                  <a:pt x="71735" y="31216"/>
                  <a:pt x="71552" y="31399"/>
                  <a:pt x="71431" y="31642"/>
                </a:cubicBezTo>
                <a:cubicBezTo>
                  <a:pt x="71309" y="31459"/>
                  <a:pt x="71127" y="31307"/>
                  <a:pt x="70853" y="31156"/>
                </a:cubicBezTo>
                <a:cubicBezTo>
                  <a:pt x="69941" y="32250"/>
                  <a:pt x="70184" y="33891"/>
                  <a:pt x="69333" y="34985"/>
                </a:cubicBezTo>
                <a:cubicBezTo>
                  <a:pt x="68361" y="35016"/>
                  <a:pt x="68361" y="34195"/>
                  <a:pt x="68209" y="33344"/>
                </a:cubicBezTo>
                <a:cubicBezTo>
                  <a:pt x="67783" y="31186"/>
                  <a:pt x="67206" y="29058"/>
                  <a:pt x="66750" y="26900"/>
                </a:cubicBezTo>
                <a:cubicBezTo>
                  <a:pt x="66628" y="26323"/>
                  <a:pt x="66476" y="25836"/>
                  <a:pt x="65504" y="25563"/>
                </a:cubicBezTo>
                <a:cubicBezTo>
                  <a:pt x="64896" y="28359"/>
                  <a:pt x="66020" y="31064"/>
                  <a:pt x="64896" y="33891"/>
                </a:cubicBezTo>
                <a:cubicBezTo>
                  <a:pt x="63741" y="32402"/>
                  <a:pt x="64166" y="30152"/>
                  <a:pt x="63041" y="28511"/>
                </a:cubicBezTo>
                <a:cubicBezTo>
                  <a:pt x="62950" y="28602"/>
                  <a:pt x="62920" y="28663"/>
                  <a:pt x="62829" y="28754"/>
                </a:cubicBezTo>
                <a:cubicBezTo>
                  <a:pt x="62738" y="26475"/>
                  <a:pt x="62768" y="24195"/>
                  <a:pt x="62464" y="21946"/>
                </a:cubicBezTo>
                <a:cubicBezTo>
                  <a:pt x="60975" y="25107"/>
                  <a:pt x="60853" y="28633"/>
                  <a:pt x="59728" y="31976"/>
                </a:cubicBezTo>
                <a:cubicBezTo>
                  <a:pt x="58269" y="29362"/>
                  <a:pt x="58239" y="26201"/>
                  <a:pt x="57783" y="23253"/>
                </a:cubicBezTo>
                <a:cubicBezTo>
                  <a:pt x="56537" y="23496"/>
                  <a:pt x="56841" y="24377"/>
                  <a:pt x="56810" y="25076"/>
                </a:cubicBezTo>
                <a:lnTo>
                  <a:pt x="56810" y="30548"/>
                </a:lnTo>
                <a:cubicBezTo>
                  <a:pt x="56689" y="29666"/>
                  <a:pt x="56537" y="28785"/>
                  <a:pt x="56142" y="27994"/>
                </a:cubicBezTo>
                <a:cubicBezTo>
                  <a:pt x="55139" y="30730"/>
                  <a:pt x="55199" y="33678"/>
                  <a:pt x="54075" y="36384"/>
                </a:cubicBezTo>
                <a:cubicBezTo>
                  <a:pt x="53801" y="34864"/>
                  <a:pt x="53558" y="33314"/>
                  <a:pt x="53254" y="31794"/>
                </a:cubicBezTo>
                <a:cubicBezTo>
                  <a:pt x="52403" y="33010"/>
                  <a:pt x="52342" y="34408"/>
                  <a:pt x="52129" y="35745"/>
                </a:cubicBezTo>
                <a:cubicBezTo>
                  <a:pt x="52099" y="34833"/>
                  <a:pt x="52008" y="33922"/>
                  <a:pt x="51370" y="33162"/>
                </a:cubicBezTo>
                <a:cubicBezTo>
                  <a:pt x="50883" y="33952"/>
                  <a:pt x="50579" y="34742"/>
                  <a:pt x="50306" y="35593"/>
                </a:cubicBezTo>
                <a:cubicBezTo>
                  <a:pt x="50063" y="34833"/>
                  <a:pt x="49819" y="34073"/>
                  <a:pt x="49242" y="33466"/>
                </a:cubicBezTo>
                <a:cubicBezTo>
                  <a:pt x="48056" y="34590"/>
                  <a:pt x="48543" y="36171"/>
                  <a:pt x="47570" y="37265"/>
                </a:cubicBezTo>
                <a:cubicBezTo>
                  <a:pt x="47540" y="36687"/>
                  <a:pt x="47327" y="36201"/>
                  <a:pt x="46841" y="35806"/>
                </a:cubicBezTo>
                <a:cubicBezTo>
                  <a:pt x="46780" y="35897"/>
                  <a:pt x="46719" y="35958"/>
                  <a:pt x="46658" y="36049"/>
                </a:cubicBezTo>
                <a:cubicBezTo>
                  <a:pt x="45442" y="33040"/>
                  <a:pt x="45746" y="29423"/>
                  <a:pt x="44348" y="26444"/>
                </a:cubicBezTo>
                <a:cubicBezTo>
                  <a:pt x="43649" y="28481"/>
                  <a:pt x="43619" y="30487"/>
                  <a:pt x="43223" y="32523"/>
                </a:cubicBezTo>
                <a:cubicBezTo>
                  <a:pt x="43163" y="29818"/>
                  <a:pt x="43041" y="27113"/>
                  <a:pt x="42464" y="24529"/>
                </a:cubicBezTo>
                <a:cubicBezTo>
                  <a:pt x="41795" y="26475"/>
                  <a:pt x="41613" y="28450"/>
                  <a:pt x="41369" y="30456"/>
                </a:cubicBezTo>
                <a:lnTo>
                  <a:pt x="41248" y="30335"/>
                </a:lnTo>
                <a:cubicBezTo>
                  <a:pt x="40701" y="31915"/>
                  <a:pt x="40761" y="33466"/>
                  <a:pt x="40701" y="35016"/>
                </a:cubicBezTo>
                <a:cubicBezTo>
                  <a:pt x="40488" y="35897"/>
                  <a:pt x="40245" y="36779"/>
                  <a:pt x="39850" y="37630"/>
                </a:cubicBezTo>
                <a:cubicBezTo>
                  <a:pt x="39515" y="36931"/>
                  <a:pt x="39424" y="36201"/>
                  <a:pt x="39181" y="35624"/>
                </a:cubicBezTo>
                <a:cubicBezTo>
                  <a:pt x="38938" y="34347"/>
                  <a:pt x="38664" y="33040"/>
                  <a:pt x="37904" y="31946"/>
                </a:cubicBezTo>
                <a:cubicBezTo>
                  <a:pt x="36780" y="33466"/>
                  <a:pt x="37084" y="35137"/>
                  <a:pt x="36780" y="36687"/>
                </a:cubicBezTo>
                <a:cubicBezTo>
                  <a:pt x="36628" y="36110"/>
                  <a:pt x="36445" y="35563"/>
                  <a:pt x="36293" y="35016"/>
                </a:cubicBezTo>
                <a:cubicBezTo>
                  <a:pt x="36141" y="34560"/>
                  <a:pt x="36172" y="33952"/>
                  <a:pt x="35442" y="33982"/>
                </a:cubicBezTo>
                <a:cubicBezTo>
                  <a:pt x="35017" y="34043"/>
                  <a:pt x="34804" y="34286"/>
                  <a:pt x="34652" y="34590"/>
                </a:cubicBezTo>
                <a:cubicBezTo>
                  <a:pt x="34500" y="34347"/>
                  <a:pt x="34318" y="34104"/>
                  <a:pt x="33862" y="34134"/>
                </a:cubicBezTo>
                <a:cubicBezTo>
                  <a:pt x="33163" y="34225"/>
                  <a:pt x="33163" y="34864"/>
                  <a:pt x="33011" y="35320"/>
                </a:cubicBezTo>
                <a:cubicBezTo>
                  <a:pt x="32828" y="35897"/>
                  <a:pt x="32676" y="36475"/>
                  <a:pt x="32524" y="37022"/>
                </a:cubicBezTo>
                <a:cubicBezTo>
                  <a:pt x="32220" y="35502"/>
                  <a:pt x="32494" y="33830"/>
                  <a:pt x="31369" y="32584"/>
                </a:cubicBezTo>
                <a:cubicBezTo>
                  <a:pt x="30579" y="33830"/>
                  <a:pt x="30305" y="35137"/>
                  <a:pt x="30093" y="36505"/>
                </a:cubicBezTo>
                <a:cubicBezTo>
                  <a:pt x="29819" y="37143"/>
                  <a:pt x="29819" y="37903"/>
                  <a:pt x="29363" y="38633"/>
                </a:cubicBezTo>
                <a:cubicBezTo>
                  <a:pt x="29029" y="37873"/>
                  <a:pt x="28755" y="37113"/>
                  <a:pt x="28573" y="36323"/>
                </a:cubicBezTo>
                <a:cubicBezTo>
                  <a:pt x="28482" y="34742"/>
                  <a:pt x="28573" y="33162"/>
                  <a:pt x="27995" y="31672"/>
                </a:cubicBezTo>
                <a:cubicBezTo>
                  <a:pt x="27965" y="31703"/>
                  <a:pt x="27934" y="31763"/>
                  <a:pt x="27874" y="31824"/>
                </a:cubicBezTo>
                <a:cubicBezTo>
                  <a:pt x="27661" y="29848"/>
                  <a:pt x="27479" y="27903"/>
                  <a:pt x="26779" y="26079"/>
                </a:cubicBezTo>
                <a:cubicBezTo>
                  <a:pt x="26202" y="28785"/>
                  <a:pt x="26111" y="31490"/>
                  <a:pt x="26020" y="34225"/>
                </a:cubicBezTo>
                <a:cubicBezTo>
                  <a:pt x="25655" y="32280"/>
                  <a:pt x="25594" y="30274"/>
                  <a:pt x="24956" y="28359"/>
                </a:cubicBezTo>
                <a:cubicBezTo>
                  <a:pt x="23557" y="31642"/>
                  <a:pt x="23861" y="35198"/>
                  <a:pt x="22646" y="38481"/>
                </a:cubicBezTo>
                <a:cubicBezTo>
                  <a:pt x="22554" y="38390"/>
                  <a:pt x="22524" y="38329"/>
                  <a:pt x="22463" y="38298"/>
                </a:cubicBezTo>
                <a:cubicBezTo>
                  <a:pt x="22007" y="38785"/>
                  <a:pt x="21795" y="39302"/>
                  <a:pt x="21764" y="39879"/>
                </a:cubicBezTo>
                <a:cubicBezTo>
                  <a:pt x="20822" y="38967"/>
                  <a:pt x="21247" y="37295"/>
                  <a:pt x="20123" y="36384"/>
                </a:cubicBezTo>
                <a:cubicBezTo>
                  <a:pt x="19484" y="37083"/>
                  <a:pt x="19272" y="37903"/>
                  <a:pt x="19029" y="38754"/>
                </a:cubicBezTo>
                <a:cubicBezTo>
                  <a:pt x="18755" y="37995"/>
                  <a:pt x="18451" y="37235"/>
                  <a:pt x="17965" y="36505"/>
                </a:cubicBezTo>
                <a:cubicBezTo>
                  <a:pt x="17296" y="37417"/>
                  <a:pt x="17235" y="38329"/>
                  <a:pt x="17205" y="39241"/>
                </a:cubicBezTo>
                <a:cubicBezTo>
                  <a:pt x="16931" y="37934"/>
                  <a:pt x="16840" y="36566"/>
                  <a:pt x="15959" y="35502"/>
                </a:cubicBezTo>
                <a:cubicBezTo>
                  <a:pt x="15776" y="37143"/>
                  <a:pt x="15563" y="38754"/>
                  <a:pt x="15259" y="40305"/>
                </a:cubicBezTo>
                <a:cubicBezTo>
                  <a:pt x="14104" y="37843"/>
                  <a:pt x="14287" y="34803"/>
                  <a:pt x="13193" y="32280"/>
                </a:cubicBezTo>
                <a:cubicBezTo>
                  <a:pt x="12828" y="33070"/>
                  <a:pt x="12645" y="33922"/>
                  <a:pt x="12524" y="34742"/>
                </a:cubicBezTo>
                <a:lnTo>
                  <a:pt x="12524" y="29514"/>
                </a:lnTo>
                <a:cubicBezTo>
                  <a:pt x="12524" y="28876"/>
                  <a:pt x="12828" y="27873"/>
                  <a:pt x="11582" y="27873"/>
                </a:cubicBezTo>
                <a:cubicBezTo>
                  <a:pt x="11126" y="30943"/>
                  <a:pt x="11065" y="34073"/>
                  <a:pt x="9636" y="36991"/>
                </a:cubicBezTo>
                <a:cubicBezTo>
                  <a:pt x="8512" y="33922"/>
                  <a:pt x="8390" y="30548"/>
                  <a:pt x="7417" y="27569"/>
                </a:cubicBezTo>
                <a:cubicBezTo>
                  <a:pt x="6202" y="27538"/>
                  <a:pt x="6536" y="28359"/>
                  <a:pt x="6505" y="28906"/>
                </a:cubicBezTo>
                <a:cubicBezTo>
                  <a:pt x="6445" y="30760"/>
                  <a:pt x="6505" y="32584"/>
                  <a:pt x="6414" y="34438"/>
                </a:cubicBezTo>
                <a:cubicBezTo>
                  <a:pt x="5776" y="34712"/>
                  <a:pt x="5746" y="35198"/>
                  <a:pt x="5654" y="35715"/>
                </a:cubicBezTo>
                <a:cubicBezTo>
                  <a:pt x="5290" y="37691"/>
                  <a:pt x="4864" y="39666"/>
                  <a:pt x="4135" y="41551"/>
                </a:cubicBezTo>
                <a:cubicBezTo>
                  <a:pt x="3466" y="40001"/>
                  <a:pt x="3770" y="38055"/>
                  <a:pt x="2797" y="36718"/>
                </a:cubicBezTo>
                <a:cubicBezTo>
                  <a:pt x="1885" y="37083"/>
                  <a:pt x="1946" y="37721"/>
                  <a:pt x="1946" y="38359"/>
                </a:cubicBezTo>
                <a:cubicBezTo>
                  <a:pt x="1946" y="39757"/>
                  <a:pt x="1551" y="45624"/>
                  <a:pt x="518" y="46809"/>
                </a:cubicBezTo>
                <a:cubicBezTo>
                  <a:pt x="1" y="47448"/>
                  <a:pt x="214" y="48177"/>
                  <a:pt x="214" y="48846"/>
                </a:cubicBezTo>
                <a:lnTo>
                  <a:pt x="214" y="49423"/>
                </a:lnTo>
                <a:lnTo>
                  <a:pt x="183" y="49423"/>
                </a:lnTo>
                <a:cubicBezTo>
                  <a:pt x="183" y="57934"/>
                  <a:pt x="366" y="63861"/>
                  <a:pt x="366" y="72372"/>
                </a:cubicBezTo>
                <a:lnTo>
                  <a:pt x="426" y="72372"/>
                </a:lnTo>
                <a:cubicBezTo>
                  <a:pt x="95626" y="62797"/>
                  <a:pt x="190855" y="60244"/>
                  <a:pt x="286055" y="50669"/>
                </a:cubicBezTo>
                <a:lnTo>
                  <a:pt x="286085" y="50669"/>
                </a:lnTo>
                <a:cubicBezTo>
                  <a:pt x="286511" y="42159"/>
                  <a:pt x="286480" y="24742"/>
                  <a:pt x="286480" y="16262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  <p:sp>
        <p:nvSpPr>
          <p:cNvPr id="105" name="Google Shape;105;p24"/>
          <p:cNvSpPr/>
          <p:nvPr/>
        </p:nvSpPr>
        <p:spPr>
          <a:xfrm>
            <a:off x="7186372" y="79399"/>
            <a:ext cx="2782778" cy="496671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4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/>
          <p:nvPr>
            <p:ph type="title"/>
          </p:nvPr>
        </p:nvSpPr>
        <p:spPr>
          <a:xfrm>
            <a:off x="5243575" y="1307625"/>
            <a:ext cx="3187200" cy="129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08" name="Google Shape;108;p25"/>
          <p:cNvSpPr txBox="1"/>
          <p:nvPr>
            <p:ph type="subTitle" idx="1"/>
          </p:nvPr>
        </p:nvSpPr>
        <p:spPr>
          <a:xfrm>
            <a:off x="5243575" y="2544950"/>
            <a:ext cx="3187200" cy="129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09" name="Google Shape;109;p25"/>
          <p:cNvSpPr/>
          <p:nvPr/>
        </p:nvSpPr>
        <p:spPr>
          <a:xfrm>
            <a:off x="-947400" y="754100"/>
            <a:ext cx="3515518" cy="4315410"/>
          </a:xfrm>
          <a:custGeom>
            <a:avLst/>
            <a:gdLst/>
            <a:ahLst/>
            <a:cxnLst/>
            <a:rect l="l" t="t" r="r" b="b"/>
            <a:pathLst>
              <a:path w="104380" h="46020" extrusionOk="0">
                <a:moveTo>
                  <a:pt x="104379" y="46019"/>
                </a:moveTo>
                <a:cubicBezTo>
                  <a:pt x="103619" y="45411"/>
                  <a:pt x="102859" y="44773"/>
                  <a:pt x="102069" y="44196"/>
                </a:cubicBezTo>
                <a:cubicBezTo>
                  <a:pt x="100914" y="43314"/>
                  <a:pt x="99607" y="42828"/>
                  <a:pt x="98391" y="42068"/>
                </a:cubicBezTo>
                <a:cubicBezTo>
                  <a:pt x="96324" y="40822"/>
                  <a:pt x="94379" y="39028"/>
                  <a:pt x="92677" y="37326"/>
                </a:cubicBezTo>
                <a:cubicBezTo>
                  <a:pt x="91248" y="35867"/>
                  <a:pt x="89941" y="34317"/>
                  <a:pt x="88543" y="32858"/>
                </a:cubicBezTo>
                <a:cubicBezTo>
                  <a:pt x="87996" y="32311"/>
                  <a:pt x="87358" y="31885"/>
                  <a:pt x="86871" y="31277"/>
                </a:cubicBezTo>
                <a:cubicBezTo>
                  <a:pt x="86020" y="30274"/>
                  <a:pt x="85412" y="29150"/>
                  <a:pt x="84713" y="28086"/>
                </a:cubicBezTo>
                <a:cubicBezTo>
                  <a:pt x="82737" y="25198"/>
                  <a:pt x="79303" y="23101"/>
                  <a:pt x="76537" y="20973"/>
                </a:cubicBezTo>
                <a:cubicBezTo>
                  <a:pt x="74683" y="19575"/>
                  <a:pt x="72920" y="18055"/>
                  <a:pt x="71187" y="16505"/>
                </a:cubicBezTo>
                <a:cubicBezTo>
                  <a:pt x="70062" y="15502"/>
                  <a:pt x="68999" y="14560"/>
                  <a:pt x="67996" y="13526"/>
                </a:cubicBezTo>
                <a:cubicBezTo>
                  <a:pt x="67266" y="12827"/>
                  <a:pt x="66476" y="12280"/>
                  <a:pt x="65746" y="11642"/>
                </a:cubicBezTo>
                <a:cubicBezTo>
                  <a:pt x="63892" y="9940"/>
                  <a:pt x="62068" y="7842"/>
                  <a:pt x="59819" y="6627"/>
                </a:cubicBezTo>
                <a:cubicBezTo>
                  <a:pt x="58786" y="6049"/>
                  <a:pt x="57752" y="5289"/>
                  <a:pt x="56780" y="4651"/>
                </a:cubicBezTo>
                <a:cubicBezTo>
                  <a:pt x="55837" y="4013"/>
                  <a:pt x="55381" y="3283"/>
                  <a:pt x="54621" y="2432"/>
                </a:cubicBezTo>
                <a:cubicBezTo>
                  <a:pt x="54074" y="1824"/>
                  <a:pt x="53406" y="973"/>
                  <a:pt x="52737" y="456"/>
                </a:cubicBezTo>
                <a:cubicBezTo>
                  <a:pt x="52281" y="92"/>
                  <a:pt x="52068" y="152"/>
                  <a:pt x="51369" y="152"/>
                </a:cubicBezTo>
                <a:cubicBezTo>
                  <a:pt x="50700" y="152"/>
                  <a:pt x="49940" y="0"/>
                  <a:pt x="49333" y="456"/>
                </a:cubicBezTo>
                <a:cubicBezTo>
                  <a:pt x="48846" y="851"/>
                  <a:pt x="48421" y="1611"/>
                  <a:pt x="48026" y="2128"/>
                </a:cubicBezTo>
                <a:cubicBezTo>
                  <a:pt x="46719" y="4073"/>
                  <a:pt x="45655" y="6231"/>
                  <a:pt x="43922" y="7903"/>
                </a:cubicBezTo>
                <a:cubicBezTo>
                  <a:pt x="42706" y="9119"/>
                  <a:pt x="41004" y="9970"/>
                  <a:pt x="39606" y="10943"/>
                </a:cubicBezTo>
                <a:cubicBezTo>
                  <a:pt x="37022" y="12736"/>
                  <a:pt x="35685" y="15654"/>
                  <a:pt x="33831" y="18086"/>
                </a:cubicBezTo>
                <a:cubicBezTo>
                  <a:pt x="32585" y="19757"/>
                  <a:pt x="31399" y="21125"/>
                  <a:pt x="29271" y="21277"/>
                </a:cubicBezTo>
                <a:cubicBezTo>
                  <a:pt x="28633" y="21338"/>
                  <a:pt x="27964" y="21216"/>
                  <a:pt x="27326" y="21338"/>
                </a:cubicBezTo>
                <a:cubicBezTo>
                  <a:pt x="24986" y="21703"/>
                  <a:pt x="23527" y="23071"/>
                  <a:pt x="21642" y="24408"/>
                </a:cubicBezTo>
                <a:cubicBezTo>
                  <a:pt x="20426" y="25289"/>
                  <a:pt x="19545" y="26080"/>
                  <a:pt x="18785" y="27417"/>
                </a:cubicBezTo>
                <a:cubicBezTo>
                  <a:pt x="18086" y="28633"/>
                  <a:pt x="17721" y="29697"/>
                  <a:pt x="16688" y="30639"/>
                </a:cubicBezTo>
                <a:cubicBezTo>
                  <a:pt x="15654" y="31612"/>
                  <a:pt x="15107" y="32828"/>
                  <a:pt x="13982" y="33739"/>
                </a:cubicBezTo>
                <a:cubicBezTo>
                  <a:pt x="13283" y="34347"/>
                  <a:pt x="12675" y="35077"/>
                  <a:pt x="11915" y="35685"/>
                </a:cubicBezTo>
                <a:cubicBezTo>
                  <a:pt x="9970" y="37235"/>
                  <a:pt x="7660" y="38299"/>
                  <a:pt x="5624" y="39819"/>
                </a:cubicBezTo>
                <a:cubicBezTo>
                  <a:pt x="4529" y="40670"/>
                  <a:pt x="3131" y="41430"/>
                  <a:pt x="2371" y="42615"/>
                </a:cubicBezTo>
                <a:cubicBezTo>
                  <a:pt x="1794" y="43466"/>
                  <a:pt x="1702" y="44439"/>
                  <a:pt x="912" y="45138"/>
                </a:cubicBezTo>
                <a:cubicBezTo>
                  <a:pt x="578" y="45442"/>
                  <a:pt x="244" y="45655"/>
                  <a:pt x="0" y="45989"/>
                </a:cubicBezTo>
                <a:lnTo>
                  <a:pt x="104379" y="459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0" name="Google Shape;110;p25"/>
          <p:cNvSpPr/>
          <p:nvPr/>
        </p:nvSpPr>
        <p:spPr>
          <a:xfrm rot="-257297" flipH="1">
            <a:off x="-67768" y="4178806"/>
            <a:ext cx="9440442" cy="1927588"/>
          </a:xfrm>
          <a:custGeom>
            <a:avLst/>
            <a:gdLst/>
            <a:ahLst/>
            <a:cxnLst/>
            <a:rect l="l" t="t" r="r" b="b"/>
            <a:pathLst>
              <a:path w="286663" h="72372" extrusionOk="0">
                <a:moveTo>
                  <a:pt x="286480" y="16262"/>
                </a:moveTo>
                <a:lnTo>
                  <a:pt x="286450" y="16262"/>
                </a:lnTo>
                <a:lnTo>
                  <a:pt x="286450" y="15684"/>
                </a:lnTo>
                <a:cubicBezTo>
                  <a:pt x="286450" y="15015"/>
                  <a:pt x="286663" y="14256"/>
                  <a:pt x="286146" y="13708"/>
                </a:cubicBezTo>
                <a:cubicBezTo>
                  <a:pt x="285113" y="12736"/>
                  <a:pt x="284930" y="11398"/>
                  <a:pt x="284930" y="10000"/>
                </a:cubicBezTo>
                <a:cubicBezTo>
                  <a:pt x="284930" y="9331"/>
                  <a:pt x="284930" y="8693"/>
                  <a:pt x="284049" y="8541"/>
                </a:cubicBezTo>
                <a:cubicBezTo>
                  <a:pt x="283106" y="10061"/>
                  <a:pt x="283410" y="11915"/>
                  <a:pt x="282711" y="13617"/>
                </a:cubicBezTo>
                <a:cubicBezTo>
                  <a:pt x="281982" y="11854"/>
                  <a:pt x="281587" y="9970"/>
                  <a:pt x="281191" y="8085"/>
                </a:cubicBezTo>
                <a:cubicBezTo>
                  <a:pt x="281131" y="7599"/>
                  <a:pt x="281070" y="7143"/>
                  <a:pt x="280432" y="6991"/>
                </a:cubicBezTo>
                <a:cubicBezTo>
                  <a:pt x="280401" y="5137"/>
                  <a:pt x="280401" y="3313"/>
                  <a:pt x="280371" y="1429"/>
                </a:cubicBezTo>
                <a:cubicBezTo>
                  <a:pt x="280371" y="912"/>
                  <a:pt x="280675" y="0"/>
                  <a:pt x="279459" y="243"/>
                </a:cubicBezTo>
                <a:cubicBezTo>
                  <a:pt x="278486" y="3435"/>
                  <a:pt x="278334" y="6839"/>
                  <a:pt x="277210" y="10122"/>
                </a:cubicBezTo>
                <a:cubicBezTo>
                  <a:pt x="275811" y="7508"/>
                  <a:pt x="275720" y="4407"/>
                  <a:pt x="275264" y="1398"/>
                </a:cubicBezTo>
                <a:cubicBezTo>
                  <a:pt x="274018" y="1672"/>
                  <a:pt x="274322" y="2523"/>
                  <a:pt x="274322" y="3222"/>
                </a:cubicBezTo>
                <a:lnTo>
                  <a:pt x="274322" y="8450"/>
                </a:lnTo>
                <a:cubicBezTo>
                  <a:pt x="274200" y="7660"/>
                  <a:pt x="274018" y="6869"/>
                  <a:pt x="273684" y="6140"/>
                </a:cubicBezTo>
                <a:cubicBezTo>
                  <a:pt x="272559" y="8876"/>
                  <a:pt x="272711" y="11885"/>
                  <a:pt x="271586" y="14590"/>
                </a:cubicBezTo>
                <a:cubicBezTo>
                  <a:pt x="271282" y="13070"/>
                  <a:pt x="271100" y="11490"/>
                  <a:pt x="270887" y="9909"/>
                </a:cubicBezTo>
                <a:cubicBezTo>
                  <a:pt x="270036" y="11155"/>
                  <a:pt x="269915" y="12523"/>
                  <a:pt x="269641" y="13891"/>
                </a:cubicBezTo>
                <a:cubicBezTo>
                  <a:pt x="269611" y="12979"/>
                  <a:pt x="269520" y="12067"/>
                  <a:pt x="268881" y="11307"/>
                </a:cubicBezTo>
                <a:cubicBezTo>
                  <a:pt x="268395" y="12097"/>
                  <a:pt x="268091" y="12949"/>
                  <a:pt x="267817" y="13739"/>
                </a:cubicBezTo>
                <a:cubicBezTo>
                  <a:pt x="267605" y="12949"/>
                  <a:pt x="267361" y="12189"/>
                  <a:pt x="266723" y="11611"/>
                </a:cubicBezTo>
                <a:cubicBezTo>
                  <a:pt x="265629" y="12766"/>
                  <a:pt x="266024" y="14316"/>
                  <a:pt x="265082" y="15411"/>
                </a:cubicBezTo>
                <a:cubicBezTo>
                  <a:pt x="265021" y="14894"/>
                  <a:pt x="264869" y="14347"/>
                  <a:pt x="264413" y="13921"/>
                </a:cubicBezTo>
                <a:cubicBezTo>
                  <a:pt x="264322" y="14012"/>
                  <a:pt x="264261" y="14073"/>
                  <a:pt x="264200" y="14164"/>
                </a:cubicBezTo>
                <a:cubicBezTo>
                  <a:pt x="262984" y="11125"/>
                  <a:pt x="263258" y="7508"/>
                  <a:pt x="261890" y="4559"/>
                </a:cubicBezTo>
                <a:cubicBezTo>
                  <a:pt x="261221" y="6596"/>
                  <a:pt x="261161" y="8602"/>
                  <a:pt x="260826" y="10638"/>
                </a:cubicBezTo>
                <a:cubicBezTo>
                  <a:pt x="260766" y="7933"/>
                  <a:pt x="260644" y="5228"/>
                  <a:pt x="260066" y="2644"/>
                </a:cubicBezTo>
                <a:cubicBezTo>
                  <a:pt x="259398" y="4590"/>
                  <a:pt x="259185" y="6596"/>
                  <a:pt x="258972" y="8602"/>
                </a:cubicBezTo>
                <a:lnTo>
                  <a:pt x="258851" y="8511"/>
                </a:lnTo>
                <a:cubicBezTo>
                  <a:pt x="258273" y="10091"/>
                  <a:pt x="258364" y="11642"/>
                  <a:pt x="258273" y="13253"/>
                </a:cubicBezTo>
                <a:cubicBezTo>
                  <a:pt x="258091" y="14073"/>
                  <a:pt x="257817" y="14924"/>
                  <a:pt x="257483" y="15745"/>
                </a:cubicBezTo>
                <a:cubicBezTo>
                  <a:pt x="257057" y="15107"/>
                  <a:pt x="257027" y="14377"/>
                  <a:pt x="256753" y="13769"/>
                </a:cubicBezTo>
                <a:cubicBezTo>
                  <a:pt x="256541" y="12493"/>
                  <a:pt x="256267" y="11246"/>
                  <a:pt x="255477" y="10122"/>
                </a:cubicBezTo>
                <a:cubicBezTo>
                  <a:pt x="254382" y="11611"/>
                  <a:pt x="254626" y="13222"/>
                  <a:pt x="254322" y="14803"/>
                </a:cubicBezTo>
                <a:cubicBezTo>
                  <a:pt x="254170" y="14286"/>
                  <a:pt x="254018" y="13708"/>
                  <a:pt x="253835" y="13161"/>
                </a:cubicBezTo>
                <a:cubicBezTo>
                  <a:pt x="253683" y="12705"/>
                  <a:pt x="253714" y="12097"/>
                  <a:pt x="253015" y="12189"/>
                </a:cubicBezTo>
                <a:cubicBezTo>
                  <a:pt x="252589" y="12219"/>
                  <a:pt x="252346" y="12493"/>
                  <a:pt x="252194" y="12797"/>
                </a:cubicBezTo>
                <a:cubicBezTo>
                  <a:pt x="252042" y="12493"/>
                  <a:pt x="251829" y="12249"/>
                  <a:pt x="251404" y="12341"/>
                </a:cubicBezTo>
                <a:cubicBezTo>
                  <a:pt x="250735" y="12401"/>
                  <a:pt x="250735" y="13070"/>
                  <a:pt x="250583" y="13526"/>
                </a:cubicBezTo>
                <a:cubicBezTo>
                  <a:pt x="250370" y="14073"/>
                  <a:pt x="250218" y="14681"/>
                  <a:pt x="250066" y="15289"/>
                </a:cubicBezTo>
                <a:cubicBezTo>
                  <a:pt x="249762" y="13769"/>
                  <a:pt x="250066" y="12067"/>
                  <a:pt x="248942" y="10790"/>
                </a:cubicBezTo>
                <a:cubicBezTo>
                  <a:pt x="248182" y="12037"/>
                  <a:pt x="247908" y="13374"/>
                  <a:pt x="247695" y="14742"/>
                </a:cubicBezTo>
                <a:cubicBezTo>
                  <a:pt x="247452" y="15380"/>
                  <a:pt x="247391" y="16110"/>
                  <a:pt x="246996" y="16900"/>
                </a:cubicBezTo>
                <a:cubicBezTo>
                  <a:pt x="246632" y="16110"/>
                  <a:pt x="246358" y="15259"/>
                  <a:pt x="246176" y="14438"/>
                </a:cubicBezTo>
                <a:cubicBezTo>
                  <a:pt x="246084" y="12857"/>
                  <a:pt x="246176" y="11307"/>
                  <a:pt x="245598" y="9879"/>
                </a:cubicBezTo>
                <a:lnTo>
                  <a:pt x="245477" y="9970"/>
                </a:lnTo>
                <a:cubicBezTo>
                  <a:pt x="245264" y="7994"/>
                  <a:pt x="245051" y="6079"/>
                  <a:pt x="244382" y="4286"/>
                </a:cubicBezTo>
                <a:cubicBezTo>
                  <a:pt x="243805" y="6991"/>
                  <a:pt x="243683" y="9666"/>
                  <a:pt x="243622" y="12401"/>
                </a:cubicBezTo>
                <a:cubicBezTo>
                  <a:pt x="243227" y="10487"/>
                  <a:pt x="243197" y="8420"/>
                  <a:pt x="242528" y="6535"/>
                </a:cubicBezTo>
                <a:cubicBezTo>
                  <a:pt x="241100" y="9787"/>
                  <a:pt x="241403" y="13313"/>
                  <a:pt x="240188" y="16596"/>
                </a:cubicBezTo>
                <a:cubicBezTo>
                  <a:pt x="240157" y="16505"/>
                  <a:pt x="240096" y="16444"/>
                  <a:pt x="240005" y="16414"/>
                </a:cubicBezTo>
                <a:cubicBezTo>
                  <a:pt x="239489" y="16870"/>
                  <a:pt x="239337" y="17417"/>
                  <a:pt x="239276" y="17994"/>
                </a:cubicBezTo>
                <a:cubicBezTo>
                  <a:pt x="238303" y="17082"/>
                  <a:pt x="238789" y="15411"/>
                  <a:pt x="237604" y="14529"/>
                </a:cubicBezTo>
                <a:cubicBezTo>
                  <a:pt x="237057" y="15259"/>
                  <a:pt x="236783" y="16049"/>
                  <a:pt x="236540" y="16900"/>
                </a:cubicBezTo>
                <a:cubicBezTo>
                  <a:pt x="236297" y="16140"/>
                  <a:pt x="235993" y="15380"/>
                  <a:pt x="235476" y="14681"/>
                </a:cubicBezTo>
                <a:cubicBezTo>
                  <a:pt x="234838" y="15563"/>
                  <a:pt x="234777" y="16505"/>
                  <a:pt x="234716" y="17417"/>
                </a:cubicBezTo>
                <a:cubicBezTo>
                  <a:pt x="234504" y="16140"/>
                  <a:pt x="234412" y="14772"/>
                  <a:pt x="233592" y="13708"/>
                </a:cubicBezTo>
                <a:cubicBezTo>
                  <a:pt x="233288" y="15289"/>
                  <a:pt x="233045" y="16870"/>
                  <a:pt x="232802" y="18450"/>
                </a:cubicBezTo>
                <a:cubicBezTo>
                  <a:pt x="231646" y="15988"/>
                  <a:pt x="231768" y="13009"/>
                  <a:pt x="230704" y="10487"/>
                </a:cubicBezTo>
                <a:cubicBezTo>
                  <a:pt x="230370" y="11338"/>
                  <a:pt x="230157" y="12219"/>
                  <a:pt x="230066" y="13131"/>
                </a:cubicBezTo>
                <a:lnTo>
                  <a:pt x="230066" y="7660"/>
                </a:lnTo>
                <a:cubicBezTo>
                  <a:pt x="230066" y="7021"/>
                  <a:pt x="230370" y="6018"/>
                  <a:pt x="229063" y="6018"/>
                </a:cubicBezTo>
                <a:cubicBezTo>
                  <a:pt x="228607" y="9119"/>
                  <a:pt x="228577" y="12249"/>
                  <a:pt x="227118" y="15198"/>
                </a:cubicBezTo>
                <a:cubicBezTo>
                  <a:pt x="225993" y="12067"/>
                  <a:pt x="225902" y="8572"/>
                  <a:pt x="224382" y="5684"/>
                </a:cubicBezTo>
                <a:cubicBezTo>
                  <a:pt x="224078" y="7994"/>
                  <a:pt x="224078" y="10274"/>
                  <a:pt x="224017" y="12553"/>
                </a:cubicBezTo>
                <a:cubicBezTo>
                  <a:pt x="223987" y="12493"/>
                  <a:pt x="223896" y="12462"/>
                  <a:pt x="223835" y="12371"/>
                </a:cubicBezTo>
                <a:cubicBezTo>
                  <a:pt x="222680" y="14286"/>
                  <a:pt x="223105" y="16414"/>
                  <a:pt x="221950" y="18116"/>
                </a:cubicBezTo>
                <a:cubicBezTo>
                  <a:pt x="220826" y="15532"/>
                  <a:pt x="221950" y="12614"/>
                  <a:pt x="221342" y="9909"/>
                </a:cubicBezTo>
                <a:cubicBezTo>
                  <a:pt x="220370" y="10365"/>
                  <a:pt x="220218" y="10882"/>
                  <a:pt x="220096" y="11459"/>
                </a:cubicBezTo>
                <a:cubicBezTo>
                  <a:pt x="219640" y="13708"/>
                  <a:pt x="219123" y="15988"/>
                  <a:pt x="218667" y="18237"/>
                </a:cubicBezTo>
                <a:cubicBezTo>
                  <a:pt x="218516" y="19058"/>
                  <a:pt x="218546" y="19909"/>
                  <a:pt x="217512" y="20092"/>
                </a:cubicBezTo>
                <a:cubicBezTo>
                  <a:pt x="216692" y="19149"/>
                  <a:pt x="216935" y="17477"/>
                  <a:pt x="215993" y="16505"/>
                </a:cubicBezTo>
                <a:cubicBezTo>
                  <a:pt x="215719" y="16718"/>
                  <a:pt x="215537" y="16900"/>
                  <a:pt x="215415" y="17113"/>
                </a:cubicBezTo>
                <a:cubicBezTo>
                  <a:pt x="215354" y="16930"/>
                  <a:pt x="215172" y="16778"/>
                  <a:pt x="214777" y="16748"/>
                </a:cubicBezTo>
                <a:cubicBezTo>
                  <a:pt x="213561" y="17690"/>
                  <a:pt x="214351" y="19392"/>
                  <a:pt x="213257" y="20395"/>
                </a:cubicBezTo>
                <a:cubicBezTo>
                  <a:pt x="213196" y="20274"/>
                  <a:pt x="213075" y="20213"/>
                  <a:pt x="212983" y="20092"/>
                </a:cubicBezTo>
                <a:cubicBezTo>
                  <a:pt x="212072" y="19180"/>
                  <a:pt x="212011" y="17781"/>
                  <a:pt x="211312" y="16626"/>
                </a:cubicBezTo>
                <a:cubicBezTo>
                  <a:pt x="211312" y="16170"/>
                  <a:pt x="211251" y="15745"/>
                  <a:pt x="210765" y="15654"/>
                </a:cubicBezTo>
                <a:cubicBezTo>
                  <a:pt x="209853" y="15441"/>
                  <a:pt x="209701" y="16444"/>
                  <a:pt x="209336" y="17022"/>
                </a:cubicBezTo>
                <a:cubicBezTo>
                  <a:pt x="209032" y="17538"/>
                  <a:pt x="208819" y="18146"/>
                  <a:pt x="208515" y="18724"/>
                </a:cubicBezTo>
                <a:lnTo>
                  <a:pt x="208363" y="18724"/>
                </a:lnTo>
                <a:cubicBezTo>
                  <a:pt x="208272" y="18541"/>
                  <a:pt x="208211" y="18298"/>
                  <a:pt x="208181" y="18116"/>
                </a:cubicBezTo>
                <a:lnTo>
                  <a:pt x="208181" y="12219"/>
                </a:lnTo>
                <a:cubicBezTo>
                  <a:pt x="206844" y="12493"/>
                  <a:pt x="206965" y="13465"/>
                  <a:pt x="206752" y="14073"/>
                </a:cubicBezTo>
                <a:cubicBezTo>
                  <a:pt x="206661" y="14499"/>
                  <a:pt x="206570" y="14924"/>
                  <a:pt x="206448" y="15350"/>
                </a:cubicBezTo>
                <a:cubicBezTo>
                  <a:pt x="205537" y="16596"/>
                  <a:pt x="205749" y="17964"/>
                  <a:pt x="204716" y="19180"/>
                </a:cubicBezTo>
                <a:cubicBezTo>
                  <a:pt x="204382" y="17326"/>
                  <a:pt x="204078" y="15684"/>
                  <a:pt x="203774" y="14043"/>
                </a:cubicBezTo>
                <a:cubicBezTo>
                  <a:pt x="202619" y="14377"/>
                  <a:pt x="202558" y="15107"/>
                  <a:pt x="202558" y="15806"/>
                </a:cubicBezTo>
                <a:cubicBezTo>
                  <a:pt x="202558" y="16474"/>
                  <a:pt x="202193" y="17022"/>
                  <a:pt x="201859" y="17812"/>
                </a:cubicBezTo>
                <a:cubicBezTo>
                  <a:pt x="201798" y="17690"/>
                  <a:pt x="201707" y="17569"/>
                  <a:pt x="201646" y="17417"/>
                </a:cubicBezTo>
                <a:cubicBezTo>
                  <a:pt x="201646" y="16049"/>
                  <a:pt x="201707" y="14681"/>
                  <a:pt x="201676" y="13313"/>
                </a:cubicBezTo>
                <a:cubicBezTo>
                  <a:pt x="201646" y="12675"/>
                  <a:pt x="201950" y="11885"/>
                  <a:pt x="200977" y="11702"/>
                </a:cubicBezTo>
                <a:cubicBezTo>
                  <a:pt x="200643" y="11915"/>
                  <a:pt x="200460" y="12219"/>
                  <a:pt x="200339" y="12553"/>
                </a:cubicBezTo>
                <a:cubicBezTo>
                  <a:pt x="200157" y="11550"/>
                  <a:pt x="199853" y="10547"/>
                  <a:pt x="199275" y="9666"/>
                </a:cubicBezTo>
                <a:cubicBezTo>
                  <a:pt x="198059" y="10335"/>
                  <a:pt x="198363" y="11246"/>
                  <a:pt x="198363" y="12006"/>
                </a:cubicBezTo>
                <a:cubicBezTo>
                  <a:pt x="198302" y="15046"/>
                  <a:pt x="198637" y="18025"/>
                  <a:pt x="197634" y="21064"/>
                </a:cubicBezTo>
                <a:cubicBezTo>
                  <a:pt x="197482" y="21581"/>
                  <a:pt x="197330" y="22067"/>
                  <a:pt x="197117" y="22523"/>
                </a:cubicBezTo>
                <a:cubicBezTo>
                  <a:pt x="196813" y="23253"/>
                  <a:pt x="196205" y="23709"/>
                  <a:pt x="195476" y="23769"/>
                </a:cubicBezTo>
                <a:cubicBezTo>
                  <a:pt x="195172" y="23800"/>
                  <a:pt x="194898" y="23709"/>
                  <a:pt x="194716" y="23557"/>
                </a:cubicBezTo>
                <a:cubicBezTo>
                  <a:pt x="194594" y="23283"/>
                  <a:pt x="194564" y="22979"/>
                  <a:pt x="194533" y="22675"/>
                </a:cubicBezTo>
                <a:cubicBezTo>
                  <a:pt x="194412" y="21581"/>
                  <a:pt x="193956" y="20547"/>
                  <a:pt x="194199" y="19332"/>
                </a:cubicBezTo>
                <a:cubicBezTo>
                  <a:pt x="194381" y="18389"/>
                  <a:pt x="194868" y="17265"/>
                  <a:pt x="193773" y="16292"/>
                </a:cubicBezTo>
                <a:cubicBezTo>
                  <a:pt x="193378" y="17234"/>
                  <a:pt x="193165" y="18237"/>
                  <a:pt x="192922" y="19149"/>
                </a:cubicBezTo>
                <a:cubicBezTo>
                  <a:pt x="192770" y="18572"/>
                  <a:pt x="192618" y="17994"/>
                  <a:pt x="192558" y="17417"/>
                </a:cubicBezTo>
                <a:cubicBezTo>
                  <a:pt x="192466" y="16930"/>
                  <a:pt x="192527" y="16414"/>
                  <a:pt x="191707" y="16292"/>
                </a:cubicBezTo>
                <a:cubicBezTo>
                  <a:pt x="191099" y="17569"/>
                  <a:pt x="191676" y="18876"/>
                  <a:pt x="191372" y="20122"/>
                </a:cubicBezTo>
                <a:cubicBezTo>
                  <a:pt x="191159" y="21155"/>
                  <a:pt x="191007" y="22219"/>
                  <a:pt x="190460" y="23192"/>
                </a:cubicBezTo>
                <a:cubicBezTo>
                  <a:pt x="189092" y="21976"/>
                  <a:pt x="190004" y="19605"/>
                  <a:pt x="188758" y="18329"/>
                </a:cubicBezTo>
                <a:cubicBezTo>
                  <a:pt x="188211" y="18845"/>
                  <a:pt x="187877" y="19392"/>
                  <a:pt x="187694" y="19970"/>
                </a:cubicBezTo>
                <a:cubicBezTo>
                  <a:pt x="187512" y="19636"/>
                  <a:pt x="187299" y="19332"/>
                  <a:pt x="187086" y="19028"/>
                </a:cubicBezTo>
                <a:cubicBezTo>
                  <a:pt x="186144" y="20426"/>
                  <a:pt x="186691" y="21824"/>
                  <a:pt x="185779" y="22949"/>
                </a:cubicBezTo>
                <a:cubicBezTo>
                  <a:pt x="184564" y="20730"/>
                  <a:pt x="186023" y="17690"/>
                  <a:pt x="184351" y="15380"/>
                </a:cubicBezTo>
                <a:cubicBezTo>
                  <a:pt x="182740" y="18116"/>
                  <a:pt x="183196" y="20973"/>
                  <a:pt x="181646" y="23344"/>
                </a:cubicBezTo>
                <a:cubicBezTo>
                  <a:pt x="181281" y="22949"/>
                  <a:pt x="181007" y="22493"/>
                  <a:pt x="180825" y="22037"/>
                </a:cubicBezTo>
                <a:cubicBezTo>
                  <a:pt x="180582" y="20669"/>
                  <a:pt x="181068" y="19058"/>
                  <a:pt x="179791" y="18085"/>
                </a:cubicBezTo>
                <a:lnTo>
                  <a:pt x="179791" y="18116"/>
                </a:lnTo>
                <a:lnTo>
                  <a:pt x="179791" y="18085"/>
                </a:lnTo>
                <a:cubicBezTo>
                  <a:pt x="179305" y="16140"/>
                  <a:pt x="179001" y="14134"/>
                  <a:pt x="178545" y="11733"/>
                </a:cubicBezTo>
                <a:cubicBezTo>
                  <a:pt x="177390" y="13009"/>
                  <a:pt x="177390" y="13982"/>
                  <a:pt x="177390" y="14894"/>
                </a:cubicBezTo>
                <a:cubicBezTo>
                  <a:pt x="177390" y="17751"/>
                  <a:pt x="177390" y="20578"/>
                  <a:pt x="177360" y="23435"/>
                </a:cubicBezTo>
                <a:cubicBezTo>
                  <a:pt x="177360" y="24651"/>
                  <a:pt x="177208" y="25897"/>
                  <a:pt x="176053" y="26870"/>
                </a:cubicBezTo>
                <a:cubicBezTo>
                  <a:pt x="174138" y="24681"/>
                  <a:pt x="175232" y="21551"/>
                  <a:pt x="174077" y="19028"/>
                </a:cubicBezTo>
                <a:cubicBezTo>
                  <a:pt x="172527" y="20517"/>
                  <a:pt x="172831" y="22523"/>
                  <a:pt x="171098" y="23709"/>
                </a:cubicBezTo>
                <a:cubicBezTo>
                  <a:pt x="169670" y="19848"/>
                  <a:pt x="169366" y="15867"/>
                  <a:pt x="169214" y="11307"/>
                </a:cubicBezTo>
                <a:cubicBezTo>
                  <a:pt x="166752" y="15076"/>
                  <a:pt x="167238" y="19301"/>
                  <a:pt x="165384" y="22706"/>
                </a:cubicBezTo>
                <a:cubicBezTo>
                  <a:pt x="164928" y="21186"/>
                  <a:pt x="164594" y="19605"/>
                  <a:pt x="163651" y="18146"/>
                </a:cubicBezTo>
                <a:cubicBezTo>
                  <a:pt x="162800" y="19666"/>
                  <a:pt x="162952" y="21216"/>
                  <a:pt x="162891" y="22706"/>
                </a:cubicBezTo>
                <a:cubicBezTo>
                  <a:pt x="162466" y="21611"/>
                  <a:pt x="162618" y="20274"/>
                  <a:pt x="162223" y="19210"/>
                </a:cubicBezTo>
                <a:cubicBezTo>
                  <a:pt x="161311" y="19210"/>
                  <a:pt x="161311" y="19788"/>
                  <a:pt x="161311" y="20274"/>
                </a:cubicBezTo>
                <a:cubicBezTo>
                  <a:pt x="161280" y="21034"/>
                  <a:pt x="161372" y="21763"/>
                  <a:pt x="161007" y="22554"/>
                </a:cubicBezTo>
                <a:cubicBezTo>
                  <a:pt x="160855" y="22949"/>
                  <a:pt x="160855" y="23405"/>
                  <a:pt x="160764" y="23739"/>
                </a:cubicBezTo>
                <a:cubicBezTo>
                  <a:pt x="159609" y="20730"/>
                  <a:pt x="159122" y="17477"/>
                  <a:pt x="157511" y="14651"/>
                </a:cubicBezTo>
                <a:cubicBezTo>
                  <a:pt x="157207" y="16626"/>
                  <a:pt x="157268" y="18602"/>
                  <a:pt x="157207" y="20578"/>
                </a:cubicBezTo>
                <a:cubicBezTo>
                  <a:pt x="155992" y="22006"/>
                  <a:pt x="156083" y="23891"/>
                  <a:pt x="155080" y="25380"/>
                </a:cubicBezTo>
                <a:cubicBezTo>
                  <a:pt x="154320" y="24013"/>
                  <a:pt x="154715" y="22341"/>
                  <a:pt x="154107" y="20578"/>
                </a:cubicBezTo>
                <a:cubicBezTo>
                  <a:pt x="153104" y="22067"/>
                  <a:pt x="153165" y="23465"/>
                  <a:pt x="152770" y="24742"/>
                </a:cubicBezTo>
                <a:cubicBezTo>
                  <a:pt x="152344" y="23739"/>
                  <a:pt x="152010" y="22675"/>
                  <a:pt x="151402" y="21733"/>
                </a:cubicBezTo>
                <a:cubicBezTo>
                  <a:pt x="150125" y="23739"/>
                  <a:pt x="151402" y="25502"/>
                  <a:pt x="150460" y="27204"/>
                </a:cubicBezTo>
                <a:cubicBezTo>
                  <a:pt x="149608" y="26870"/>
                  <a:pt x="149608" y="25836"/>
                  <a:pt x="149092" y="25198"/>
                </a:cubicBezTo>
                <a:cubicBezTo>
                  <a:pt x="148849" y="23101"/>
                  <a:pt x="148697" y="21034"/>
                  <a:pt x="148089" y="19119"/>
                </a:cubicBezTo>
                <a:cubicBezTo>
                  <a:pt x="147025" y="21702"/>
                  <a:pt x="147116" y="24468"/>
                  <a:pt x="145809" y="26870"/>
                </a:cubicBezTo>
                <a:cubicBezTo>
                  <a:pt x="145748" y="26657"/>
                  <a:pt x="145718" y="26444"/>
                  <a:pt x="145596" y="26231"/>
                </a:cubicBezTo>
                <a:cubicBezTo>
                  <a:pt x="145414" y="25867"/>
                  <a:pt x="145323" y="25380"/>
                  <a:pt x="144745" y="25441"/>
                </a:cubicBezTo>
                <a:cubicBezTo>
                  <a:pt x="144228" y="25532"/>
                  <a:pt x="143955" y="25927"/>
                  <a:pt x="143894" y="26383"/>
                </a:cubicBezTo>
                <a:cubicBezTo>
                  <a:pt x="143803" y="26809"/>
                  <a:pt x="143651" y="27204"/>
                  <a:pt x="143438" y="27447"/>
                </a:cubicBezTo>
                <a:cubicBezTo>
                  <a:pt x="143195" y="27234"/>
                  <a:pt x="143043" y="26931"/>
                  <a:pt x="142982" y="26475"/>
                </a:cubicBezTo>
                <a:cubicBezTo>
                  <a:pt x="142891" y="26019"/>
                  <a:pt x="142617" y="25684"/>
                  <a:pt x="142101" y="25684"/>
                </a:cubicBezTo>
                <a:cubicBezTo>
                  <a:pt x="141523" y="25715"/>
                  <a:pt x="141402" y="26231"/>
                  <a:pt x="141250" y="26657"/>
                </a:cubicBezTo>
                <a:cubicBezTo>
                  <a:pt x="141189" y="26900"/>
                  <a:pt x="141098" y="27082"/>
                  <a:pt x="141037" y="27295"/>
                </a:cubicBezTo>
                <a:cubicBezTo>
                  <a:pt x="139730" y="25168"/>
                  <a:pt x="139821" y="22371"/>
                  <a:pt x="138757" y="20000"/>
                </a:cubicBezTo>
                <a:cubicBezTo>
                  <a:pt x="138149" y="22067"/>
                  <a:pt x="137997" y="24165"/>
                  <a:pt x="137754" y="26292"/>
                </a:cubicBezTo>
                <a:cubicBezTo>
                  <a:pt x="137268" y="26991"/>
                  <a:pt x="137237" y="28025"/>
                  <a:pt x="136386" y="28572"/>
                </a:cubicBezTo>
                <a:cubicBezTo>
                  <a:pt x="135444" y="27082"/>
                  <a:pt x="136751" y="25016"/>
                  <a:pt x="135444" y="23283"/>
                </a:cubicBezTo>
                <a:cubicBezTo>
                  <a:pt x="134867" y="24347"/>
                  <a:pt x="134502" y="25472"/>
                  <a:pt x="134076" y="26596"/>
                </a:cubicBezTo>
                <a:cubicBezTo>
                  <a:pt x="133742" y="25411"/>
                  <a:pt x="133742" y="23952"/>
                  <a:pt x="132739" y="22706"/>
                </a:cubicBezTo>
                <a:cubicBezTo>
                  <a:pt x="132101" y="24620"/>
                  <a:pt x="132496" y="26171"/>
                  <a:pt x="131766" y="27721"/>
                </a:cubicBezTo>
                <a:cubicBezTo>
                  <a:pt x="130733" y="26444"/>
                  <a:pt x="130824" y="24560"/>
                  <a:pt x="129638" y="23405"/>
                </a:cubicBezTo>
                <a:cubicBezTo>
                  <a:pt x="129608" y="21429"/>
                  <a:pt x="129638" y="19453"/>
                  <a:pt x="129335" y="17508"/>
                </a:cubicBezTo>
                <a:cubicBezTo>
                  <a:pt x="127724" y="20608"/>
                  <a:pt x="127237" y="24013"/>
                  <a:pt x="126113" y="27234"/>
                </a:cubicBezTo>
                <a:cubicBezTo>
                  <a:pt x="125991" y="26900"/>
                  <a:pt x="125991" y="26444"/>
                  <a:pt x="125839" y="26110"/>
                </a:cubicBezTo>
                <a:cubicBezTo>
                  <a:pt x="125535" y="25380"/>
                  <a:pt x="125596" y="24651"/>
                  <a:pt x="125535" y="23891"/>
                </a:cubicBezTo>
                <a:cubicBezTo>
                  <a:pt x="125505" y="23405"/>
                  <a:pt x="125535" y="22827"/>
                  <a:pt x="124623" y="23009"/>
                </a:cubicBezTo>
                <a:cubicBezTo>
                  <a:pt x="124289" y="24165"/>
                  <a:pt x="124380" y="25441"/>
                  <a:pt x="123985" y="26627"/>
                </a:cubicBezTo>
                <a:cubicBezTo>
                  <a:pt x="123924" y="25137"/>
                  <a:pt x="124076" y="23587"/>
                  <a:pt x="123225" y="22219"/>
                </a:cubicBezTo>
                <a:cubicBezTo>
                  <a:pt x="122252" y="23800"/>
                  <a:pt x="121918" y="25532"/>
                  <a:pt x="121462" y="27113"/>
                </a:cubicBezTo>
                <a:cubicBezTo>
                  <a:pt x="119608" y="24073"/>
                  <a:pt x="120094" y="19788"/>
                  <a:pt x="117632" y="16505"/>
                </a:cubicBezTo>
                <a:cubicBezTo>
                  <a:pt x="117480" y="21125"/>
                  <a:pt x="117207" y="25137"/>
                  <a:pt x="115778" y="29271"/>
                </a:cubicBezTo>
                <a:cubicBezTo>
                  <a:pt x="114015" y="28450"/>
                  <a:pt x="114349" y="26353"/>
                  <a:pt x="112769" y="25168"/>
                </a:cubicBezTo>
                <a:cubicBezTo>
                  <a:pt x="111583" y="27903"/>
                  <a:pt x="112738" y="30852"/>
                  <a:pt x="110793" y="33435"/>
                </a:cubicBezTo>
                <a:cubicBezTo>
                  <a:pt x="109608" y="32706"/>
                  <a:pt x="109486" y="31490"/>
                  <a:pt x="109486" y="30274"/>
                </a:cubicBezTo>
                <a:cubicBezTo>
                  <a:pt x="109456" y="27417"/>
                  <a:pt x="109486" y="24560"/>
                  <a:pt x="109456" y="21733"/>
                </a:cubicBezTo>
                <a:cubicBezTo>
                  <a:pt x="109456" y="20821"/>
                  <a:pt x="109456" y="19848"/>
                  <a:pt x="108331" y="18785"/>
                </a:cubicBezTo>
                <a:cubicBezTo>
                  <a:pt x="107875" y="21277"/>
                  <a:pt x="107571" y="23344"/>
                  <a:pt x="107054" y="25380"/>
                </a:cubicBezTo>
                <a:lnTo>
                  <a:pt x="107054" y="25411"/>
                </a:lnTo>
                <a:lnTo>
                  <a:pt x="107054" y="25411"/>
                </a:lnTo>
                <a:cubicBezTo>
                  <a:pt x="105747" y="26627"/>
                  <a:pt x="106264" y="28146"/>
                  <a:pt x="106051" y="29545"/>
                </a:cubicBezTo>
                <a:cubicBezTo>
                  <a:pt x="105808" y="30092"/>
                  <a:pt x="105535" y="30578"/>
                  <a:pt x="105200" y="31064"/>
                </a:cubicBezTo>
                <a:cubicBezTo>
                  <a:pt x="103650" y="28967"/>
                  <a:pt x="104106" y="26019"/>
                  <a:pt x="102495" y="23617"/>
                </a:cubicBezTo>
                <a:cubicBezTo>
                  <a:pt x="100823" y="26292"/>
                  <a:pt x="102313" y="29058"/>
                  <a:pt x="101067" y="31490"/>
                </a:cubicBezTo>
                <a:cubicBezTo>
                  <a:pt x="100155" y="30578"/>
                  <a:pt x="100732" y="29058"/>
                  <a:pt x="99760" y="27842"/>
                </a:cubicBezTo>
                <a:cubicBezTo>
                  <a:pt x="99547" y="28177"/>
                  <a:pt x="99304" y="28572"/>
                  <a:pt x="99152" y="28906"/>
                </a:cubicBezTo>
                <a:cubicBezTo>
                  <a:pt x="98939" y="28359"/>
                  <a:pt x="98635" y="27873"/>
                  <a:pt x="98088" y="27447"/>
                </a:cubicBezTo>
                <a:cubicBezTo>
                  <a:pt x="96842" y="28967"/>
                  <a:pt x="97753" y="31186"/>
                  <a:pt x="96386" y="32706"/>
                </a:cubicBezTo>
                <a:cubicBezTo>
                  <a:pt x="95869" y="31824"/>
                  <a:pt x="95747" y="30791"/>
                  <a:pt x="95474" y="29818"/>
                </a:cubicBezTo>
                <a:cubicBezTo>
                  <a:pt x="95170" y="28633"/>
                  <a:pt x="95778" y="27204"/>
                  <a:pt x="95139" y="26049"/>
                </a:cubicBezTo>
                <a:cubicBezTo>
                  <a:pt x="94349" y="26323"/>
                  <a:pt x="94379" y="26839"/>
                  <a:pt x="94288" y="27356"/>
                </a:cubicBezTo>
                <a:cubicBezTo>
                  <a:pt x="94227" y="27964"/>
                  <a:pt x="94076" y="28511"/>
                  <a:pt x="93924" y="29119"/>
                </a:cubicBezTo>
                <a:cubicBezTo>
                  <a:pt x="93680" y="28268"/>
                  <a:pt x="93468" y="27295"/>
                  <a:pt x="93072" y="26444"/>
                </a:cubicBezTo>
                <a:cubicBezTo>
                  <a:pt x="91978" y="27660"/>
                  <a:pt x="92525" y="28633"/>
                  <a:pt x="92677" y="29545"/>
                </a:cubicBezTo>
                <a:cubicBezTo>
                  <a:pt x="92890" y="30700"/>
                  <a:pt x="92465" y="31824"/>
                  <a:pt x="92313" y="32979"/>
                </a:cubicBezTo>
                <a:cubicBezTo>
                  <a:pt x="92282" y="33283"/>
                  <a:pt x="92221" y="33587"/>
                  <a:pt x="92130" y="33891"/>
                </a:cubicBezTo>
                <a:cubicBezTo>
                  <a:pt x="91948" y="34073"/>
                  <a:pt x="91705" y="34225"/>
                  <a:pt x="91370" y="34256"/>
                </a:cubicBezTo>
                <a:cubicBezTo>
                  <a:pt x="90641" y="34347"/>
                  <a:pt x="90033" y="33982"/>
                  <a:pt x="89729" y="33344"/>
                </a:cubicBezTo>
                <a:cubicBezTo>
                  <a:pt x="89547" y="32918"/>
                  <a:pt x="89395" y="32432"/>
                  <a:pt x="89212" y="31976"/>
                </a:cubicBezTo>
                <a:cubicBezTo>
                  <a:pt x="88179" y="29119"/>
                  <a:pt x="88574" y="26049"/>
                  <a:pt x="88483" y="23040"/>
                </a:cubicBezTo>
                <a:cubicBezTo>
                  <a:pt x="88452" y="22280"/>
                  <a:pt x="88756" y="21338"/>
                  <a:pt x="87571" y="20912"/>
                </a:cubicBezTo>
                <a:cubicBezTo>
                  <a:pt x="86993" y="21915"/>
                  <a:pt x="86689" y="22979"/>
                  <a:pt x="86507" y="24043"/>
                </a:cubicBezTo>
                <a:cubicBezTo>
                  <a:pt x="86385" y="23739"/>
                  <a:pt x="86233" y="23465"/>
                  <a:pt x="85869" y="23283"/>
                </a:cubicBezTo>
                <a:cubicBezTo>
                  <a:pt x="84926" y="23648"/>
                  <a:pt x="85170" y="24408"/>
                  <a:pt x="85170" y="25076"/>
                </a:cubicBezTo>
                <a:cubicBezTo>
                  <a:pt x="85109" y="26444"/>
                  <a:pt x="85230" y="27812"/>
                  <a:pt x="85230" y="29180"/>
                </a:cubicBezTo>
                <a:cubicBezTo>
                  <a:pt x="85139" y="29332"/>
                  <a:pt x="85078" y="29423"/>
                  <a:pt x="84987" y="29575"/>
                </a:cubicBezTo>
                <a:cubicBezTo>
                  <a:pt x="84653" y="28876"/>
                  <a:pt x="84318" y="28420"/>
                  <a:pt x="84318" y="27721"/>
                </a:cubicBezTo>
                <a:cubicBezTo>
                  <a:pt x="84318" y="27052"/>
                  <a:pt x="84227" y="26323"/>
                  <a:pt x="83103" y="26201"/>
                </a:cubicBezTo>
                <a:cubicBezTo>
                  <a:pt x="82799" y="27903"/>
                  <a:pt x="82495" y="29636"/>
                  <a:pt x="82130" y="31520"/>
                </a:cubicBezTo>
                <a:cubicBezTo>
                  <a:pt x="81127" y="30487"/>
                  <a:pt x="81340" y="29089"/>
                  <a:pt x="80397" y="28025"/>
                </a:cubicBezTo>
                <a:cubicBezTo>
                  <a:pt x="80276" y="27599"/>
                  <a:pt x="80215" y="27234"/>
                  <a:pt x="80093" y="26839"/>
                </a:cubicBezTo>
                <a:cubicBezTo>
                  <a:pt x="79942" y="26292"/>
                  <a:pt x="80002" y="25289"/>
                  <a:pt x="78695" y="25259"/>
                </a:cubicBezTo>
                <a:lnTo>
                  <a:pt x="78695" y="31156"/>
                </a:lnTo>
                <a:cubicBezTo>
                  <a:pt x="78604" y="31368"/>
                  <a:pt x="78574" y="31611"/>
                  <a:pt x="78483" y="31794"/>
                </a:cubicBezTo>
                <a:cubicBezTo>
                  <a:pt x="78452" y="31794"/>
                  <a:pt x="78422" y="31824"/>
                  <a:pt x="78331" y="31824"/>
                </a:cubicBezTo>
                <a:cubicBezTo>
                  <a:pt x="78087" y="31338"/>
                  <a:pt x="77844" y="30760"/>
                  <a:pt x="77510" y="30304"/>
                </a:cubicBezTo>
                <a:cubicBezTo>
                  <a:pt x="77175" y="29788"/>
                  <a:pt x="77024" y="28876"/>
                  <a:pt x="76112" y="29210"/>
                </a:cubicBezTo>
                <a:cubicBezTo>
                  <a:pt x="75595" y="29393"/>
                  <a:pt x="75534" y="29848"/>
                  <a:pt x="75534" y="30304"/>
                </a:cubicBezTo>
                <a:cubicBezTo>
                  <a:pt x="74835" y="31551"/>
                  <a:pt x="74805" y="33010"/>
                  <a:pt x="73862" y="34104"/>
                </a:cubicBezTo>
                <a:cubicBezTo>
                  <a:pt x="73771" y="34225"/>
                  <a:pt x="73680" y="34347"/>
                  <a:pt x="73589" y="34438"/>
                </a:cubicBezTo>
                <a:cubicBezTo>
                  <a:pt x="72495" y="33648"/>
                  <a:pt x="73285" y="31794"/>
                  <a:pt x="72069" y="31095"/>
                </a:cubicBezTo>
                <a:cubicBezTo>
                  <a:pt x="71735" y="31216"/>
                  <a:pt x="71552" y="31399"/>
                  <a:pt x="71431" y="31642"/>
                </a:cubicBezTo>
                <a:cubicBezTo>
                  <a:pt x="71309" y="31459"/>
                  <a:pt x="71127" y="31307"/>
                  <a:pt x="70853" y="31156"/>
                </a:cubicBezTo>
                <a:cubicBezTo>
                  <a:pt x="69941" y="32250"/>
                  <a:pt x="70184" y="33891"/>
                  <a:pt x="69333" y="34985"/>
                </a:cubicBezTo>
                <a:cubicBezTo>
                  <a:pt x="68361" y="35016"/>
                  <a:pt x="68361" y="34195"/>
                  <a:pt x="68209" y="33344"/>
                </a:cubicBezTo>
                <a:cubicBezTo>
                  <a:pt x="67783" y="31186"/>
                  <a:pt x="67206" y="29058"/>
                  <a:pt x="66750" y="26900"/>
                </a:cubicBezTo>
                <a:cubicBezTo>
                  <a:pt x="66628" y="26323"/>
                  <a:pt x="66476" y="25836"/>
                  <a:pt x="65504" y="25563"/>
                </a:cubicBezTo>
                <a:cubicBezTo>
                  <a:pt x="64896" y="28359"/>
                  <a:pt x="66020" y="31064"/>
                  <a:pt x="64896" y="33891"/>
                </a:cubicBezTo>
                <a:cubicBezTo>
                  <a:pt x="63741" y="32402"/>
                  <a:pt x="64166" y="30152"/>
                  <a:pt x="63041" y="28511"/>
                </a:cubicBezTo>
                <a:cubicBezTo>
                  <a:pt x="62950" y="28602"/>
                  <a:pt x="62920" y="28663"/>
                  <a:pt x="62829" y="28754"/>
                </a:cubicBezTo>
                <a:cubicBezTo>
                  <a:pt x="62738" y="26475"/>
                  <a:pt x="62768" y="24195"/>
                  <a:pt x="62464" y="21946"/>
                </a:cubicBezTo>
                <a:cubicBezTo>
                  <a:pt x="60975" y="25107"/>
                  <a:pt x="60853" y="28633"/>
                  <a:pt x="59728" y="31976"/>
                </a:cubicBezTo>
                <a:cubicBezTo>
                  <a:pt x="58269" y="29362"/>
                  <a:pt x="58239" y="26201"/>
                  <a:pt x="57783" y="23253"/>
                </a:cubicBezTo>
                <a:cubicBezTo>
                  <a:pt x="56537" y="23496"/>
                  <a:pt x="56841" y="24377"/>
                  <a:pt x="56810" y="25076"/>
                </a:cubicBezTo>
                <a:lnTo>
                  <a:pt x="56810" y="30548"/>
                </a:lnTo>
                <a:cubicBezTo>
                  <a:pt x="56689" y="29666"/>
                  <a:pt x="56537" y="28785"/>
                  <a:pt x="56142" y="27994"/>
                </a:cubicBezTo>
                <a:cubicBezTo>
                  <a:pt x="55139" y="30730"/>
                  <a:pt x="55199" y="33678"/>
                  <a:pt x="54075" y="36384"/>
                </a:cubicBezTo>
                <a:cubicBezTo>
                  <a:pt x="53801" y="34864"/>
                  <a:pt x="53558" y="33314"/>
                  <a:pt x="53254" y="31794"/>
                </a:cubicBezTo>
                <a:cubicBezTo>
                  <a:pt x="52403" y="33010"/>
                  <a:pt x="52342" y="34408"/>
                  <a:pt x="52129" y="35745"/>
                </a:cubicBezTo>
                <a:cubicBezTo>
                  <a:pt x="52099" y="34833"/>
                  <a:pt x="52008" y="33922"/>
                  <a:pt x="51370" y="33162"/>
                </a:cubicBezTo>
                <a:cubicBezTo>
                  <a:pt x="50883" y="33952"/>
                  <a:pt x="50579" y="34742"/>
                  <a:pt x="50306" y="35593"/>
                </a:cubicBezTo>
                <a:cubicBezTo>
                  <a:pt x="50063" y="34833"/>
                  <a:pt x="49819" y="34073"/>
                  <a:pt x="49242" y="33466"/>
                </a:cubicBezTo>
                <a:cubicBezTo>
                  <a:pt x="48056" y="34590"/>
                  <a:pt x="48543" y="36171"/>
                  <a:pt x="47570" y="37265"/>
                </a:cubicBezTo>
                <a:cubicBezTo>
                  <a:pt x="47540" y="36687"/>
                  <a:pt x="47327" y="36201"/>
                  <a:pt x="46841" y="35806"/>
                </a:cubicBezTo>
                <a:cubicBezTo>
                  <a:pt x="46780" y="35897"/>
                  <a:pt x="46719" y="35958"/>
                  <a:pt x="46658" y="36049"/>
                </a:cubicBezTo>
                <a:cubicBezTo>
                  <a:pt x="45442" y="33040"/>
                  <a:pt x="45746" y="29423"/>
                  <a:pt x="44348" y="26444"/>
                </a:cubicBezTo>
                <a:cubicBezTo>
                  <a:pt x="43649" y="28481"/>
                  <a:pt x="43619" y="30487"/>
                  <a:pt x="43223" y="32523"/>
                </a:cubicBezTo>
                <a:cubicBezTo>
                  <a:pt x="43163" y="29818"/>
                  <a:pt x="43041" y="27113"/>
                  <a:pt x="42464" y="24529"/>
                </a:cubicBezTo>
                <a:cubicBezTo>
                  <a:pt x="41795" y="26475"/>
                  <a:pt x="41613" y="28450"/>
                  <a:pt x="41369" y="30456"/>
                </a:cubicBezTo>
                <a:lnTo>
                  <a:pt x="41248" y="30335"/>
                </a:lnTo>
                <a:cubicBezTo>
                  <a:pt x="40701" y="31915"/>
                  <a:pt x="40761" y="33466"/>
                  <a:pt x="40701" y="35016"/>
                </a:cubicBezTo>
                <a:cubicBezTo>
                  <a:pt x="40488" y="35897"/>
                  <a:pt x="40245" y="36779"/>
                  <a:pt x="39850" y="37630"/>
                </a:cubicBezTo>
                <a:cubicBezTo>
                  <a:pt x="39515" y="36931"/>
                  <a:pt x="39424" y="36201"/>
                  <a:pt x="39181" y="35624"/>
                </a:cubicBezTo>
                <a:cubicBezTo>
                  <a:pt x="38938" y="34347"/>
                  <a:pt x="38664" y="33040"/>
                  <a:pt x="37904" y="31946"/>
                </a:cubicBezTo>
                <a:cubicBezTo>
                  <a:pt x="36780" y="33466"/>
                  <a:pt x="37084" y="35137"/>
                  <a:pt x="36780" y="36687"/>
                </a:cubicBezTo>
                <a:cubicBezTo>
                  <a:pt x="36628" y="36110"/>
                  <a:pt x="36445" y="35563"/>
                  <a:pt x="36293" y="35016"/>
                </a:cubicBezTo>
                <a:cubicBezTo>
                  <a:pt x="36141" y="34560"/>
                  <a:pt x="36172" y="33952"/>
                  <a:pt x="35442" y="33982"/>
                </a:cubicBezTo>
                <a:cubicBezTo>
                  <a:pt x="35017" y="34043"/>
                  <a:pt x="34804" y="34286"/>
                  <a:pt x="34652" y="34590"/>
                </a:cubicBezTo>
                <a:cubicBezTo>
                  <a:pt x="34500" y="34347"/>
                  <a:pt x="34318" y="34104"/>
                  <a:pt x="33862" y="34134"/>
                </a:cubicBezTo>
                <a:cubicBezTo>
                  <a:pt x="33163" y="34225"/>
                  <a:pt x="33163" y="34864"/>
                  <a:pt x="33011" y="35320"/>
                </a:cubicBezTo>
                <a:cubicBezTo>
                  <a:pt x="32828" y="35897"/>
                  <a:pt x="32676" y="36475"/>
                  <a:pt x="32524" y="37022"/>
                </a:cubicBezTo>
                <a:cubicBezTo>
                  <a:pt x="32220" y="35502"/>
                  <a:pt x="32494" y="33830"/>
                  <a:pt x="31369" y="32584"/>
                </a:cubicBezTo>
                <a:cubicBezTo>
                  <a:pt x="30579" y="33830"/>
                  <a:pt x="30305" y="35137"/>
                  <a:pt x="30093" y="36505"/>
                </a:cubicBezTo>
                <a:cubicBezTo>
                  <a:pt x="29819" y="37143"/>
                  <a:pt x="29819" y="37903"/>
                  <a:pt x="29363" y="38633"/>
                </a:cubicBezTo>
                <a:cubicBezTo>
                  <a:pt x="29029" y="37873"/>
                  <a:pt x="28755" y="37113"/>
                  <a:pt x="28573" y="36323"/>
                </a:cubicBezTo>
                <a:cubicBezTo>
                  <a:pt x="28482" y="34742"/>
                  <a:pt x="28573" y="33162"/>
                  <a:pt x="27995" y="31672"/>
                </a:cubicBezTo>
                <a:cubicBezTo>
                  <a:pt x="27965" y="31703"/>
                  <a:pt x="27934" y="31763"/>
                  <a:pt x="27874" y="31824"/>
                </a:cubicBezTo>
                <a:cubicBezTo>
                  <a:pt x="27661" y="29848"/>
                  <a:pt x="27479" y="27903"/>
                  <a:pt x="26779" y="26079"/>
                </a:cubicBezTo>
                <a:cubicBezTo>
                  <a:pt x="26202" y="28785"/>
                  <a:pt x="26111" y="31490"/>
                  <a:pt x="26020" y="34225"/>
                </a:cubicBezTo>
                <a:cubicBezTo>
                  <a:pt x="25655" y="32280"/>
                  <a:pt x="25594" y="30274"/>
                  <a:pt x="24956" y="28359"/>
                </a:cubicBezTo>
                <a:cubicBezTo>
                  <a:pt x="23557" y="31642"/>
                  <a:pt x="23861" y="35198"/>
                  <a:pt x="22646" y="38481"/>
                </a:cubicBezTo>
                <a:cubicBezTo>
                  <a:pt x="22554" y="38390"/>
                  <a:pt x="22524" y="38329"/>
                  <a:pt x="22463" y="38298"/>
                </a:cubicBezTo>
                <a:cubicBezTo>
                  <a:pt x="22007" y="38785"/>
                  <a:pt x="21795" y="39302"/>
                  <a:pt x="21764" y="39879"/>
                </a:cubicBezTo>
                <a:cubicBezTo>
                  <a:pt x="20822" y="38967"/>
                  <a:pt x="21247" y="37295"/>
                  <a:pt x="20123" y="36384"/>
                </a:cubicBezTo>
                <a:cubicBezTo>
                  <a:pt x="19484" y="37083"/>
                  <a:pt x="19272" y="37903"/>
                  <a:pt x="19029" y="38754"/>
                </a:cubicBezTo>
                <a:cubicBezTo>
                  <a:pt x="18755" y="37995"/>
                  <a:pt x="18451" y="37235"/>
                  <a:pt x="17965" y="36505"/>
                </a:cubicBezTo>
                <a:cubicBezTo>
                  <a:pt x="17296" y="37417"/>
                  <a:pt x="17235" y="38329"/>
                  <a:pt x="17205" y="39241"/>
                </a:cubicBezTo>
                <a:cubicBezTo>
                  <a:pt x="16931" y="37934"/>
                  <a:pt x="16840" y="36566"/>
                  <a:pt x="15959" y="35502"/>
                </a:cubicBezTo>
                <a:cubicBezTo>
                  <a:pt x="15776" y="37143"/>
                  <a:pt x="15563" y="38754"/>
                  <a:pt x="15259" y="40305"/>
                </a:cubicBezTo>
                <a:cubicBezTo>
                  <a:pt x="14104" y="37843"/>
                  <a:pt x="14287" y="34803"/>
                  <a:pt x="13193" y="32280"/>
                </a:cubicBezTo>
                <a:cubicBezTo>
                  <a:pt x="12828" y="33070"/>
                  <a:pt x="12645" y="33922"/>
                  <a:pt x="12524" y="34742"/>
                </a:cubicBezTo>
                <a:lnTo>
                  <a:pt x="12524" y="29514"/>
                </a:lnTo>
                <a:cubicBezTo>
                  <a:pt x="12524" y="28876"/>
                  <a:pt x="12828" y="27873"/>
                  <a:pt x="11582" y="27873"/>
                </a:cubicBezTo>
                <a:cubicBezTo>
                  <a:pt x="11126" y="30943"/>
                  <a:pt x="11065" y="34073"/>
                  <a:pt x="9636" y="36991"/>
                </a:cubicBezTo>
                <a:cubicBezTo>
                  <a:pt x="8512" y="33922"/>
                  <a:pt x="8390" y="30548"/>
                  <a:pt x="7417" y="27569"/>
                </a:cubicBezTo>
                <a:cubicBezTo>
                  <a:pt x="6202" y="27538"/>
                  <a:pt x="6536" y="28359"/>
                  <a:pt x="6505" y="28906"/>
                </a:cubicBezTo>
                <a:cubicBezTo>
                  <a:pt x="6445" y="30760"/>
                  <a:pt x="6505" y="32584"/>
                  <a:pt x="6414" y="34438"/>
                </a:cubicBezTo>
                <a:cubicBezTo>
                  <a:pt x="5776" y="34712"/>
                  <a:pt x="5746" y="35198"/>
                  <a:pt x="5654" y="35715"/>
                </a:cubicBezTo>
                <a:cubicBezTo>
                  <a:pt x="5290" y="37691"/>
                  <a:pt x="4864" y="39666"/>
                  <a:pt x="4135" y="41551"/>
                </a:cubicBezTo>
                <a:cubicBezTo>
                  <a:pt x="3466" y="40001"/>
                  <a:pt x="3770" y="38055"/>
                  <a:pt x="2797" y="36718"/>
                </a:cubicBezTo>
                <a:cubicBezTo>
                  <a:pt x="1885" y="37083"/>
                  <a:pt x="1946" y="37721"/>
                  <a:pt x="1946" y="38359"/>
                </a:cubicBezTo>
                <a:cubicBezTo>
                  <a:pt x="1946" y="39757"/>
                  <a:pt x="1551" y="45624"/>
                  <a:pt x="518" y="46809"/>
                </a:cubicBezTo>
                <a:cubicBezTo>
                  <a:pt x="1" y="47448"/>
                  <a:pt x="214" y="48177"/>
                  <a:pt x="214" y="48846"/>
                </a:cubicBezTo>
                <a:lnTo>
                  <a:pt x="214" y="49423"/>
                </a:lnTo>
                <a:lnTo>
                  <a:pt x="183" y="49423"/>
                </a:lnTo>
                <a:cubicBezTo>
                  <a:pt x="183" y="57934"/>
                  <a:pt x="366" y="63861"/>
                  <a:pt x="366" y="72372"/>
                </a:cubicBezTo>
                <a:lnTo>
                  <a:pt x="426" y="72372"/>
                </a:lnTo>
                <a:cubicBezTo>
                  <a:pt x="95626" y="62797"/>
                  <a:pt x="190855" y="60244"/>
                  <a:pt x="286055" y="50669"/>
                </a:cubicBezTo>
                <a:lnTo>
                  <a:pt x="286085" y="50669"/>
                </a:lnTo>
                <a:cubicBezTo>
                  <a:pt x="286511" y="42159"/>
                  <a:pt x="286480" y="24742"/>
                  <a:pt x="286480" y="1626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1" name="Google Shape;111;p25"/>
          <p:cNvSpPr/>
          <p:nvPr/>
        </p:nvSpPr>
        <p:spPr>
          <a:xfrm>
            <a:off x="5848661" y="358626"/>
            <a:ext cx="2436817" cy="434884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15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6"/>
          <p:cNvSpPr txBox="1"/>
          <p:nvPr>
            <p:ph type="title"/>
          </p:nvPr>
        </p:nvSpPr>
        <p:spPr>
          <a:xfrm>
            <a:off x="713225" y="1307625"/>
            <a:ext cx="3187200" cy="129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14" name="Google Shape;114;p26"/>
          <p:cNvSpPr txBox="1"/>
          <p:nvPr>
            <p:ph type="subTitle" idx="1"/>
          </p:nvPr>
        </p:nvSpPr>
        <p:spPr>
          <a:xfrm>
            <a:off x="713225" y="2544950"/>
            <a:ext cx="3187200" cy="129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15" name="Google Shape;115;p26"/>
          <p:cNvSpPr/>
          <p:nvPr/>
        </p:nvSpPr>
        <p:spPr>
          <a:xfrm flipH="1">
            <a:off x="-1103003" y="436874"/>
            <a:ext cx="2782778" cy="496671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22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>
            <p:ph type="title"/>
          </p:nvPr>
        </p:nvSpPr>
        <p:spPr>
          <a:xfrm>
            <a:off x="710850" y="445025"/>
            <a:ext cx="772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18" name="Google Shape;118;p27"/>
          <p:cNvSpPr txBox="1"/>
          <p:nvPr>
            <p:ph type="body" idx="1"/>
          </p:nvPr>
        </p:nvSpPr>
        <p:spPr>
          <a:xfrm>
            <a:off x="710850" y="1152475"/>
            <a:ext cx="7722300" cy="141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Font typeface="Didact Gothic"/>
              <a:buChar char="●"/>
              <a:defRPr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○"/>
              <a:defRPr/>
            </a:lvl2pPr>
            <a:lvl3pPr marL="1371600" lvl="2" indent="-323850" rtl="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■"/>
              <a:defRPr/>
            </a:lvl3pPr>
            <a:lvl4pPr marL="1828800" lvl="3" indent="-323850" rtl="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●"/>
              <a:defRPr/>
            </a:lvl4pPr>
            <a:lvl5pPr marL="2286000" lvl="4" indent="-323850" rtl="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○"/>
              <a:defRPr/>
            </a:lvl5pPr>
            <a:lvl6pPr marL="2743200" lvl="5" indent="-323850" rtl="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■"/>
              <a:defRPr/>
            </a:lvl6pPr>
            <a:lvl7pPr marL="3200400" lvl="6" indent="-323850" rtl="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●"/>
              <a:defRPr/>
            </a:lvl7pPr>
            <a:lvl8pPr marL="3657600" lvl="7" indent="-323850" rtl="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○"/>
              <a:defRPr/>
            </a:lvl8pPr>
            <a:lvl9pPr marL="4114800" lvl="8" indent="-323850" rtl="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3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8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21" name="Google Shape;121;p28"/>
          <p:cNvSpPr txBox="1"/>
          <p:nvPr>
            <p:ph type="subTitle" idx="1"/>
          </p:nvPr>
        </p:nvSpPr>
        <p:spPr>
          <a:xfrm>
            <a:off x="713225" y="1519700"/>
            <a:ext cx="42759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22" name="Google Shape;122;p28"/>
          <p:cNvSpPr txBox="1"/>
          <p:nvPr>
            <p:ph type="subTitle" idx="2"/>
          </p:nvPr>
        </p:nvSpPr>
        <p:spPr>
          <a:xfrm>
            <a:off x="713225" y="1864423"/>
            <a:ext cx="4275900" cy="810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23" name="Google Shape;123;p28"/>
          <p:cNvSpPr txBox="1"/>
          <p:nvPr>
            <p:ph type="subTitle" idx="3"/>
          </p:nvPr>
        </p:nvSpPr>
        <p:spPr>
          <a:xfrm>
            <a:off x="713225" y="2965870"/>
            <a:ext cx="42759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24" name="Google Shape;124;p28"/>
          <p:cNvSpPr txBox="1"/>
          <p:nvPr>
            <p:ph type="subTitle" idx="4"/>
          </p:nvPr>
        </p:nvSpPr>
        <p:spPr>
          <a:xfrm>
            <a:off x="713225" y="3310600"/>
            <a:ext cx="4275900" cy="810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CUSTOM_18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9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27" name="Google Shape;127;p29"/>
          <p:cNvSpPr txBox="1"/>
          <p:nvPr>
            <p:ph type="subTitle" idx="1"/>
          </p:nvPr>
        </p:nvSpPr>
        <p:spPr>
          <a:xfrm>
            <a:off x="1433063" y="3479125"/>
            <a:ext cx="25977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28" name="Google Shape;128;p29"/>
          <p:cNvSpPr txBox="1"/>
          <p:nvPr>
            <p:ph type="subTitle" idx="2"/>
          </p:nvPr>
        </p:nvSpPr>
        <p:spPr>
          <a:xfrm>
            <a:off x="1433063" y="3823850"/>
            <a:ext cx="2597700" cy="658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29" name="Google Shape;129;p29"/>
          <p:cNvSpPr txBox="1"/>
          <p:nvPr>
            <p:ph type="subTitle" idx="3"/>
          </p:nvPr>
        </p:nvSpPr>
        <p:spPr>
          <a:xfrm>
            <a:off x="5113163" y="3479125"/>
            <a:ext cx="25977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30" name="Google Shape;130;p29"/>
          <p:cNvSpPr txBox="1"/>
          <p:nvPr>
            <p:ph type="subTitle" idx="4"/>
          </p:nvPr>
        </p:nvSpPr>
        <p:spPr>
          <a:xfrm>
            <a:off x="5113163" y="3823850"/>
            <a:ext cx="2597700" cy="658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4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0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33" name="Google Shape;133;p30"/>
          <p:cNvSpPr txBox="1"/>
          <p:nvPr>
            <p:ph type="subTitle" idx="1"/>
          </p:nvPr>
        </p:nvSpPr>
        <p:spPr>
          <a:xfrm>
            <a:off x="915275" y="24251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34" name="Google Shape;134;p30"/>
          <p:cNvSpPr txBox="1"/>
          <p:nvPr>
            <p:ph type="subTitle" idx="2"/>
          </p:nvPr>
        </p:nvSpPr>
        <p:spPr>
          <a:xfrm>
            <a:off x="915275" y="2769822"/>
            <a:ext cx="2224200" cy="111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35" name="Google Shape;135;p30"/>
          <p:cNvSpPr txBox="1"/>
          <p:nvPr>
            <p:ph type="subTitle" idx="3"/>
          </p:nvPr>
        </p:nvSpPr>
        <p:spPr>
          <a:xfrm>
            <a:off x="3459875" y="24251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36" name="Google Shape;136;p30"/>
          <p:cNvSpPr txBox="1"/>
          <p:nvPr>
            <p:ph type="subTitle" idx="4"/>
          </p:nvPr>
        </p:nvSpPr>
        <p:spPr>
          <a:xfrm>
            <a:off x="3459875" y="2769822"/>
            <a:ext cx="2224200" cy="111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37" name="Google Shape;137;p30"/>
          <p:cNvSpPr txBox="1"/>
          <p:nvPr>
            <p:ph type="subTitle" idx="5"/>
          </p:nvPr>
        </p:nvSpPr>
        <p:spPr>
          <a:xfrm>
            <a:off x="6004475" y="24251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38" name="Google Shape;138;p30"/>
          <p:cNvSpPr txBox="1"/>
          <p:nvPr>
            <p:ph type="subTitle" idx="6"/>
          </p:nvPr>
        </p:nvSpPr>
        <p:spPr>
          <a:xfrm>
            <a:off x="6004475" y="2769822"/>
            <a:ext cx="2224200" cy="111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6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41" name="Google Shape;141;p31"/>
          <p:cNvSpPr txBox="1"/>
          <p:nvPr>
            <p:ph type="subTitle" idx="1"/>
          </p:nvPr>
        </p:nvSpPr>
        <p:spPr>
          <a:xfrm>
            <a:off x="1821900" y="1534650"/>
            <a:ext cx="25899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42" name="Google Shape;142;p31"/>
          <p:cNvSpPr txBox="1"/>
          <p:nvPr>
            <p:ph type="subTitle" idx="2"/>
          </p:nvPr>
        </p:nvSpPr>
        <p:spPr>
          <a:xfrm>
            <a:off x="1821900" y="1879370"/>
            <a:ext cx="2589900" cy="64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43" name="Google Shape;143;p31"/>
          <p:cNvSpPr txBox="1"/>
          <p:nvPr>
            <p:ph type="subTitle" idx="3"/>
          </p:nvPr>
        </p:nvSpPr>
        <p:spPr>
          <a:xfrm>
            <a:off x="4732175" y="1534650"/>
            <a:ext cx="25899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44" name="Google Shape;144;p31"/>
          <p:cNvSpPr txBox="1"/>
          <p:nvPr>
            <p:ph type="subTitle" idx="4"/>
          </p:nvPr>
        </p:nvSpPr>
        <p:spPr>
          <a:xfrm>
            <a:off x="4732175" y="1879369"/>
            <a:ext cx="2589900" cy="64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type="subTitle" idx="5"/>
          </p:nvPr>
        </p:nvSpPr>
        <p:spPr>
          <a:xfrm>
            <a:off x="1821929" y="2909436"/>
            <a:ext cx="25899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46" name="Google Shape;146;p31"/>
          <p:cNvSpPr txBox="1"/>
          <p:nvPr>
            <p:ph type="subTitle" idx="6"/>
          </p:nvPr>
        </p:nvSpPr>
        <p:spPr>
          <a:xfrm>
            <a:off x="1821929" y="3254156"/>
            <a:ext cx="2589900" cy="64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47" name="Google Shape;147;p31"/>
          <p:cNvSpPr txBox="1"/>
          <p:nvPr>
            <p:ph type="subTitle" idx="7"/>
          </p:nvPr>
        </p:nvSpPr>
        <p:spPr>
          <a:xfrm>
            <a:off x="4732204" y="2909432"/>
            <a:ext cx="25899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48" name="Google Shape;148;p31"/>
          <p:cNvSpPr txBox="1"/>
          <p:nvPr>
            <p:ph type="subTitle" idx="8"/>
          </p:nvPr>
        </p:nvSpPr>
        <p:spPr>
          <a:xfrm>
            <a:off x="4732204" y="3254152"/>
            <a:ext cx="2589900" cy="64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CUSTOM_10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2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51" name="Google Shape;151;p32"/>
          <p:cNvSpPr txBox="1"/>
          <p:nvPr>
            <p:ph type="subTitle" idx="1"/>
          </p:nvPr>
        </p:nvSpPr>
        <p:spPr>
          <a:xfrm>
            <a:off x="915275" y="16631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52" name="Google Shape;152;p32"/>
          <p:cNvSpPr txBox="1"/>
          <p:nvPr>
            <p:ph type="subTitle" idx="2"/>
          </p:nvPr>
        </p:nvSpPr>
        <p:spPr>
          <a:xfrm>
            <a:off x="915275" y="2007825"/>
            <a:ext cx="2224200" cy="61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53" name="Google Shape;153;p32"/>
          <p:cNvSpPr txBox="1"/>
          <p:nvPr>
            <p:ph type="subTitle" idx="3"/>
          </p:nvPr>
        </p:nvSpPr>
        <p:spPr>
          <a:xfrm>
            <a:off x="3459875" y="16631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54" name="Google Shape;154;p32"/>
          <p:cNvSpPr txBox="1"/>
          <p:nvPr>
            <p:ph type="subTitle" idx="4"/>
          </p:nvPr>
        </p:nvSpPr>
        <p:spPr>
          <a:xfrm>
            <a:off x="3459875" y="2007825"/>
            <a:ext cx="2224200" cy="61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55" name="Google Shape;155;p32"/>
          <p:cNvSpPr txBox="1"/>
          <p:nvPr>
            <p:ph type="subTitle" idx="5"/>
          </p:nvPr>
        </p:nvSpPr>
        <p:spPr>
          <a:xfrm>
            <a:off x="6004475" y="16631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56" name="Google Shape;156;p32"/>
          <p:cNvSpPr txBox="1"/>
          <p:nvPr>
            <p:ph type="subTitle" idx="6"/>
          </p:nvPr>
        </p:nvSpPr>
        <p:spPr>
          <a:xfrm>
            <a:off x="6004475" y="2007825"/>
            <a:ext cx="2224200" cy="61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57" name="Google Shape;157;p32"/>
          <p:cNvSpPr txBox="1"/>
          <p:nvPr>
            <p:ph type="subTitle" idx="7"/>
          </p:nvPr>
        </p:nvSpPr>
        <p:spPr>
          <a:xfrm>
            <a:off x="2187600" y="298975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58" name="Google Shape;158;p32"/>
          <p:cNvSpPr txBox="1"/>
          <p:nvPr>
            <p:ph type="subTitle" idx="8"/>
          </p:nvPr>
        </p:nvSpPr>
        <p:spPr>
          <a:xfrm>
            <a:off x="2187600" y="3334475"/>
            <a:ext cx="2224200" cy="61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59" name="Google Shape;159;p32"/>
          <p:cNvSpPr txBox="1"/>
          <p:nvPr>
            <p:ph type="subTitle" idx="9"/>
          </p:nvPr>
        </p:nvSpPr>
        <p:spPr>
          <a:xfrm>
            <a:off x="4732200" y="298975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60" name="Google Shape;160;p32"/>
          <p:cNvSpPr txBox="1"/>
          <p:nvPr>
            <p:ph type="subTitle" idx="13"/>
          </p:nvPr>
        </p:nvSpPr>
        <p:spPr>
          <a:xfrm>
            <a:off x="4732200" y="3334475"/>
            <a:ext cx="2224200" cy="61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3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63" name="Google Shape;163;p33"/>
          <p:cNvSpPr txBox="1"/>
          <p:nvPr>
            <p:ph type="subTitle" idx="1"/>
          </p:nvPr>
        </p:nvSpPr>
        <p:spPr>
          <a:xfrm>
            <a:off x="991475" y="17393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64" name="Google Shape;164;p33"/>
          <p:cNvSpPr txBox="1"/>
          <p:nvPr>
            <p:ph type="subTitle" idx="2"/>
          </p:nvPr>
        </p:nvSpPr>
        <p:spPr>
          <a:xfrm>
            <a:off x="991475" y="208402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65" name="Google Shape;165;p33"/>
          <p:cNvSpPr txBox="1"/>
          <p:nvPr>
            <p:ph type="subTitle" idx="3"/>
          </p:nvPr>
        </p:nvSpPr>
        <p:spPr>
          <a:xfrm>
            <a:off x="3459875" y="17393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66" name="Google Shape;166;p33"/>
          <p:cNvSpPr txBox="1"/>
          <p:nvPr>
            <p:ph type="subTitle" idx="4"/>
          </p:nvPr>
        </p:nvSpPr>
        <p:spPr>
          <a:xfrm>
            <a:off x="3459875" y="208402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67" name="Google Shape;167;p33"/>
          <p:cNvSpPr txBox="1"/>
          <p:nvPr>
            <p:ph type="subTitle" idx="5"/>
          </p:nvPr>
        </p:nvSpPr>
        <p:spPr>
          <a:xfrm>
            <a:off x="5928275" y="17393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68" name="Google Shape;168;p33"/>
          <p:cNvSpPr txBox="1"/>
          <p:nvPr>
            <p:ph type="subTitle" idx="6"/>
          </p:nvPr>
        </p:nvSpPr>
        <p:spPr>
          <a:xfrm>
            <a:off x="5928275" y="208402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69" name="Google Shape;169;p33"/>
          <p:cNvSpPr txBox="1"/>
          <p:nvPr>
            <p:ph type="subTitle" idx="7"/>
          </p:nvPr>
        </p:nvSpPr>
        <p:spPr>
          <a:xfrm>
            <a:off x="991500" y="314215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70" name="Google Shape;170;p33"/>
          <p:cNvSpPr txBox="1"/>
          <p:nvPr>
            <p:ph type="subTitle" idx="8"/>
          </p:nvPr>
        </p:nvSpPr>
        <p:spPr>
          <a:xfrm>
            <a:off x="991500" y="348687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71" name="Google Shape;171;p33"/>
          <p:cNvSpPr txBox="1"/>
          <p:nvPr>
            <p:ph type="subTitle" idx="9"/>
          </p:nvPr>
        </p:nvSpPr>
        <p:spPr>
          <a:xfrm>
            <a:off x="3459900" y="314215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72" name="Google Shape;172;p33"/>
          <p:cNvSpPr txBox="1"/>
          <p:nvPr>
            <p:ph type="subTitle" idx="13"/>
          </p:nvPr>
        </p:nvSpPr>
        <p:spPr>
          <a:xfrm>
            <a:off x="3459900" y="348687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73" name="Google Shape;173;p33"/>
          <p:cNvSpPr txBox="1"/>
          <p:nvPr>
            <p:ph type="subTitle" idx="14"/>
          </p:nvPr>
        </p:nvSpPr>
        <p:spPr>
          <a:xfrm>
            <a:off x="5928300" y="314215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74" name="Google Shape;174;p33"/>
          <p:cNvSpPr txBox="1"/>
          <p:nvPr>
            <p:ph type="subTitle" idx="15"/>
          </p:nvPr>
        </p:nvSpPr>
        <p:spPr>
          <a:xfrm>
            <a:off x="5928300" y="348687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75" name="Google Shape;175;p33"/>
          <p:cNvSpPr/>
          <p:nvPr/>
        </p:nvSpPr>
        <p:spPr>
          <a:xfrm>
            <a:off x="7789100" y="1181173"/>
            <a:ext cx="2866511" cy="4232923"/>
          </a:xfrm>
          <a:custGeom>
            <a:avLst/>
            <a:gdLst/>
            <a:ahLst/>
            <a:cxnLst/>
            <a:rect l="l" t="t" r="r" b="b"/>
            <a:pathLst>
              <a:path w="236024" h="95261" extrusionOk="0">
                <a:moveTo>
                  <a:pt x="12098" y="80762"/>
                </a:moveTo>
                <a:cubicBezTo>
                  <a:pt x="14652" y="78999"/>
                  <a:pt x="17266" y="77357"/>
                  <a:pt x="19880" y="75685"/>
                </a:cubicBezTo>
                <a:cubicBezTo>
                  <a:pt x="21856" y="74439"/>
                  <a:pt x="23831" y="73254"/>
                  <a:pt x="25655" y="71795"/>
                </a:cubicBezTo>
                <a:cubicBezTo>
                  <a:pt x="26415" y="71187"/>
                  <a:pt x="27205" y="70670"/>
                  <a:pt x="27904" y="69971"/>
                </a:cubicBezTo>
                <a:cubicBezTo>
                  <a:pt x="28512" y="69363"/>
                  <a:pt x="28725" y="68755"/>
                  <a:pt x="29181" y="68117"/>
                </a:cubicBezTo>
                <a:cubicBezTo>
                  <a:pt x="29850" y="67144"/>
                  <a:pt x="30701" y="66384"/>
                  <a:pt x="31734" y="65959"/>
                </a:cubicBezTo>
                <a:cubicBezTo>
                  <a:pt x="33102" y="65412"/>
                  <a:pt x="34409" y="64773"/>
                  <a:pt x="35655" y="64105"/>
                </a:cubicBezTo>
                <a:cubicBezTo>
                  <a:pt x="36841" y="63497"/>
                  <a:pt x="37965" y="62342"/>
                  <a:pt x="38907" y="61460"/>
                </a:cubicBezTo>
                <a:cubicBezTo>
                  <a:pt x="40063" y="60457"/>
                  <a:pt x="41248" y="59302"/>
                  <a:pt x="42403" y="58360"/>
                </a:cubicBezTo>
                <a:cubicBezTo>
                  <a:pt x="43376" y="57600"/>
                  <a:pt x="44166" y="56567"/>
                  <a:pt x="45108" y="55837"/>
                </a:cubicBezTo>
                <a:cubicBezTo>
                  <a:pt x="46263" y="54986"/>
                  <a:pt x="47601" y="54439"/>
                  <a:pt x="48786" y="53557"/>
                </a:cubicBezTo>
                <a:cubicBezTo>
                  <a:pt x="50154" y="52554"/>
                  <a:pt x="51400" y="51582"/>
                  <a:pt x="52920" y="50791"/>
                </a:cubicBezTo>
                <a:cubicBezTo>
                  <a:pt x="54227" y="50153"/>
                  <a:pt x="55200" y="48968"/>
                  <a:pt x="56507" y="48299"/>
                </a:cubicBezTo>
                <a:cubicBezTo>
                  <a:pt x="57115" y="47934"/>
                  <a:pt x="57479" y="47539"/>
                  <a:pt x="58178" y="47752"/>
                </a:cubicBezTo>
                <a:cubicBezTo>
                  <a:pt x="58908" y="47995"/>
                  <a:pt x="59425" y="48664"/>
                  <a:pt x="60124" y="48846"/>
                </a:cubicBezTo>
                <a:cubicBezTo>
                  <a:pt x="60519" y="48968"/>
                  <a:pt x="61826" y="49120"/>
                  <a:pt x="62251" y="48937"/>
                </a:cubicBezTo>
                <a:cubicBezTo>
                  <a:pt x="62799" y="48664"/>
                  <a:pt x="63163" y="46962"/>
                  <a:pt x="63376" y="46354"/>
                </a:cubicBezTo>
                <a:cubicBezTo>
                  <a:pt x="63650" y="45624"/>
                  <a:pt x="63771" y="44864"/>
                  <a:pt x="63984" y="44226"/>
                </a:cubicBezTo>
                <a:cubicBezTo>
                  <a:pt x="64136" y="43800"/>
                  <a:pt x="64258" y="43466"/>
                  <a:pt x="64501" y="43041"/>
                </a:cubicBezTo>
                <a:cubicBezTo>
                  <a:pt x="64683" y="42676"/>
                  <a:pt x="64835" y="42159"/>
                  <a:pt x="65048" y="41825"/>
                </a:cubicBezTo>
                <a:cubicBezTo>
                  <a:pt x="65656" y="40791"/>
                  <a:pt x="67175" y="40123"/>
                  <a:pt x="68087" y="39363"/>
                </a:cubicBezTo>
                <a:cubicBezTo>
                  <a:pt x="68726" y="38816"/>
                  <a:pt x="69151" y="38329"/>
                  <a:pt x="69577" y="37721"/>
                </a:cubicBezTo>
                <a:cubicBezTo>
                  <a:pt x="69881" y="37235"/>
                  <a:pt x="70519" y="36779"/>
                  <a:pt x="70945" y="36384"/>
                </a:cubicBezTo>
                <a:cubicBezTo>
                  <a:pt x="72191" y="35259"/>
                  <a:pt x="73528" y="34256"/>
                  <a:pt x="74926" y="33314"/>
                </a:cubicBezTo>
                <a:cubicBezTo>
                  <a:pt x="75838" y="32706"/>
                  <a:pt x="76841" y="32341"/>
                  <a:pt x="77692" y="31673"/>
                </a:cubicBezTo>
                <a:cubicBezTo>
                  <a:pt x="78209" y="31308"/>
                  <a:pt x="78665" y="30882"/>
                  <a:pt x="79151" y="30548"/>
                </a:cubicBezTo>
                <a:cubicBezTo>
                  <a:pt x="79851" y="30092"/>
                  <a:pt x="80489" y="29545"/>
                  <a:pt x="81127" y="29059"/>
                </a:cubicBezTo>
                <a:cubicBezTo>
                  <a:pt x="82221" y="28177"/>
                  <a:pt x="83255" y="27326"/>
                  <a:pt x="84227" y="26323"/>
                </a:cubicBezTo>
                <a:cubicBezTo>
                  <a:pt x="85504" y="25077"/>
                  <a:pt x="87085" y="24378"/>
                  <a:pt x="88422" y="23253"/>
                </a:cubicBezTo>
                <a:cubicBezTo>
                  <a:pt x="89091" y="22645"/>
                  <a:pt x="89851" y="22098"/>
                  <a:pt x="90550" y="21460"/>
                </a:cubicBezTo>
                <a:cubicBezTo>
                  <a:pt x="91158" y="20852"/>
                  <a:pt x="91674" y="20122"/>
                  <a:pt x="92343" y="19514"/>
                </a:cubicBezTo>
                <a:cubicBezTo>
                  <a:pt x="93741" y="18238"/>
                  <a:pt x="95292" y="17022"/>
                  <a:pt x="96355" y="15411"/>
                </a:cubicBezTo>
                <a:cubicBezTo>
                  <a:pt x="96720" y="14925"/>
                  <a:pt x="96902" y="14560"/>
                  <a:pt x="97358" y="14134"/>
                </a:cubicBezTo>
                <a:cubicBezTo>
                  <a:pt x="97784" y="13739"/>
                  <a:pt x="98149" y="13253"/>
                  <a:pt x="98544" y="12797"/>
                </a:cubicBezTo>
                <a:cubicBezTo>
                  <a:pt x="98909" y="12341"/>
                  <a:pt x="99213" y="11855"/>
                  <a:pt x="99608" y="11368"/>
                </a:cubicBezTo>
                <a:cubicBezTo>
                  <a:pt x="100155" y="10639"/>
                  <a:pt x="101006" y="10153"/>
                  <a:pt x="101614" y="9423"/>
                </a:cubicBezTo>
                <a:cubicBezTo>
                  <a:pt x="102131" y="8785"/>
                  <a:pt x="102708" y="8238"/>
                  <a:pt x="103286" y="7630"/>
                </a:cubicBezTo>
                <a:cubicBezTo>
                  <a:pt x="103772" y="7052"/>
                  <a:pt x="104076" y="6353"/>
                  <a:pt x="104562" y="5776"/>
                </a:cubicBezTo>
                <a:cubicBezTo>
                  <a:pt x="104988" y="5320"/>
                  <a:pt x="105565" y="5077"/>
                  <a:pt x="106021" y="4681"/>
                </a:cubicBezTo>
                <a:cubicBezTo>
                  <a:pt x="106356" y="4377"/>
                  <a:pt x="106538" y="3982"/>
                  <a:pt x="106842" y="3648"/>
                </a:cubicBezTo>
                <a:cubicBezTo>
                  <a:pt x="107693" y="2766"/>
                  <a:pt x="108757" y="2098"/>
                  <a:pt x="109790" y="1490"/>
                </a:cubicBezTo>
                <a:cubicBezTo>
                  <a:pt x="111006" y="791"/>
                  <a:pt x="111918" y="0"/>
                  <a:pt x="113286" y="0"/>
                </a:cubicBezTo>
                <a:cubicBezTo>
                  <a:pt x="115140" y="0"/>
                  <a:pt x="116872" y="1186"/>
                  <a:pt x="118605" y="1794"/>
                </a:cubicBezTo>
                <a:cubicBezTo>
                  <a:pt x="119608" y="2159"/>
                  <a:pt x="120733" y="2584"/>
                  <a:pt x="121705" y="3101"/>
                </a:cubicBezTo>
                <a:cubicBezTo>
                  <a:pt x="122891" y="3770"/>
                  <a:pt x="123651" y="4317"/>
                  <a:pt x="124593" y="5289"/>
                </a:cubicBezTo>
                <a:cubicBezTo>
                  <a:pt x="125231" y="5958"/>
                  <a:pt x="125991" y="6384"/>
                  <a:pt x="126660" y="6991"/>
                </a:cubicBezTo>
                <a:cubicBezTo>
                  <a:pt x="127329" y="7599"/>
                  <a:pt x="128423" y="7873"/>
                  <a:pt x="129244" y="8268"/>
                </a:cubicBezTo>
                <a:cubicBezTo>
                  <a:pt x="129912" y="8663"/>
                  <a:pt x="130642" y="9150"/>
                  <a:pt x="131250" y="9575"/>
                </a:cubicBezTo>
                <a:cubicBezTo>
                  <a:pt x="131614" y="9849"/>
                  <a:pt x="131888" y="10213"/>
                  <a:pt x="132313" y="10457"/>
                </a:cubicBezTo>
                <a:cubicBezTo>
                  <a:pt x="132921" y="10791"/>
                  <a:pt x="133377" y="10943"/>
                  <a:pt x="133864" y="11429"/>
                </a:cubicBezTo>
                <a:cubicBezTo>
                  <a:pt x="136721" y="14256"/>
                  <a:pt x="140520" y="15685"/>
                  <a:pt x="144077" y="17235"/>
                </a:cubicBezTo>
                <a:cubicBezTo>
                  <a:pt x="144624" y="17478"/>
                  <a:pt x="145414" y="17691"/>
                  <a:pt x="145870" y="17995"/>
                </a:cubicBezTo>
                <a:cubicBezTo>
                  <a:pt x="146447" y="18420"/>
                  <a:pt x="146873" y="19119"/>
                  <a:pt x="147329" y="19636"/>
                </a:cubicBezTo>
                <a:cubicBezTo>
                  <a:pt x="148028" y="20396"/>
                  <a:pt x="148484" y="21308"/>
                  <a:pt x="149153" y="22159"/>
                </a:cubicBezTo>
                <a:cubicBezTo>
                  <a:pt x="149852" y="23101"/>
                  <a:pt x="150369" y="22980"/>
                  <a:pt x="151280" y="22311"/>
                </a:cubicBezTo>
                <a:cubicBezTo>
                  <a:pt x="151645" y="22007"/>
                  <a:pt x="152131" y="21490"/>
                  <a:pt x="152587" y="21399"/>
                </a:cubicBezTo>
                <a:cubicBezTo>
                  <a:pt x="152952" y="21308"/>
                  <a:pt x="153287" y="21399"/>
                  <a:pt x="153621" y="21308"/>
                </a:cubicBezTo>
                <a:cubicBezTo>
                  <a:pt x="153955" y="21186"/>
                  <a:pt x="154046" y="21004"/>
                  <a:pt x="154472" y="21095"/>
                </a:cubicBezTo>
                <a:cubicBezTo>
                  <a:pt x="154837" y="21156"/>
                  <a:pt x="155384" y="21460"/>
                  <a:pt x="155688" y="21703"/>
                </a:cubicBezTo>
                <a:cubicBezTo>
                  <a:pt x="156660" y="22402"/>
                  <a:pt x="157512" y="23587"/>
                  <a:pt x="158271" y="24530"/>
                </a:cubicBezTo>
                <a:cubicBezTo>
                  <a:pt x="158758" y="25198"/>
                  <a:pt x="159123" y="25958"/>
                  <a:pt x="159670" y="26566"/>
                </a:cubicBezTo>
                <a:cubicBezTo>
                  <a:pt x="160186" y="27174"/>
                  <a:pt x="160885" y="27782"/>
                  <a:pt x="161311" y="28481"/>
                </a:cubicBezTo>
                <a:cubicBezTo>
                  <a:pt x="162162" y="29970"/>
                  <a:pt x="163135" y="31460"/>
                  <a:pt x="164229" y="32888"/>
                </a:cubicBezTo>
                <a:cubicBezTo>
                  <a:pt x="165262" y="34226"/>
                  <a:pt x="166357" y="35442"/>
                  <a:pt x="167329" y="36809"/>
                </a:cubicBezTo>
                <a:cubicBezTo>
                  <a:pt x="167998" y="37691"/>
                  <a:pt x="168940" y="38268"/>
                  <a:pt x="169670" y="39028"/>
                </a:cubicBezTo>
                <a:cubicBezTo>
                  <a:pt x="170308" y="39697"/>
                  <a:pt x="170642" y="40609"/>
                  <a:pt x="171220" y="41338"/>
                </a:cubicBezTo>
                <a:cubicBezTo>
                  <a:pt x="172193" y="42585"/>
                  <a:pt x="173378" y="43952"/>
                  <a:pt x="174533" y="44986"/>
                </a:cubicBezTo>
                <a:cubicBezTo>
                  <a:pt x="174989" y="45411"/>
                  <a:pt x="175384" y="45898"/>
                  <a:pt x="175901" y="46323"/>
                </a:cubicBezTo>
                <a:cubicBezTo>
                  <a:pt x="176418" y="46779"/>
                  <a:pt x="177117" y="46962"/>
                  <a:pt x="177664" y="47387"/>
                </a:cubicBezTo>
                <a:cubicBezTo>
                  <a:pt x="179123" y="48451"/>
                  <a:pt x="180369" y="49515"/>
                  <a:pt x="181980" y="50366"/>
                </a:cubicBezTo>
                <a:cubicBezTo>
                  <a:pt x="184716" y="51886"/>
                  <a:pt x="187786" y="53193"/>
                  <a:pt x="189944" y="55533"/>
                </a:cubicBezTo>
                <a:cubicBezTo>
                  <a:pt x="190856" y="56567"/>
                  <a:pt x="191707" y="57630"/>
                  <a:pt x="192558" y="58694"/>
                </a:cubicBezTo>
                <a:cubicBezTo>
                  <a:pt x="193470" y="59880"/>
                  <a:pt x="194138" y="61217"/>
                  <a:pt x="195293" y="62129"/>
                </a:cubicBezTo>
                <a:cubicBezTo>
                  <a:pt x="196053" y="62737"/>
                  <a:pt x="196661" y="63527"/>
                  <a:pt x="197482" y="64135"/>
                </a:cubicBezTo>
                <a:cubicBezTo>
                  <a:pt x="198303" y="64804"/>
                  <a:pt x="199184" y="65473"/>
                  <a:pt x="199944" y="66263"/>
                </a:cubicBezTo>
                <a:cubicBezTo>
                  <a:pt x="200977" y="67327"/>
                  <a:pt x="201950" y="68391"/>
                  <a:pt x="203044" y="69333"/>
                </a:cubicBezTo>
                <a:cubicBezTo>
                  <a:pt x="203743" y="69941"/>
                  <a:pt x="204473" y="70518"/>
                  <a:pt x="205294" y="70883"/>
                </a:cubicBezTo>
                <a:cubicBezTo>
                  <a:pt x="206540" y="71491"/>
                  <a:pt x="207239" y="72403"/>
                  <a:pt x="208303" y="73315"/>
                </a:cubicBezTo>
                <a:cubicBezTo>
                  <a:pt x="209184" y="74074"/>
                  <a:pt x="210248" y="74622"/>
                  <a:pt x="211190" y="75290"/>
                </a:cubicBezTo>
                <a:cubicBezTo>
                  <a:pt x="212406" y="76141"/>
                  <a:pt x="213622" y="76962"/>
                  <a:pt x="214868" y="77722"/>
                </a:cubicBezTo>
                <a:cubicBezTo>
                  <a:pt x="216266" y="78573"/>
                  <a:pt x="217695" y="79151"/>
                  <a:pt x="219245" y="79546"/>
                </a:cubicBezTo>
                <a:cubicBezTo>
                  <a:pt x="220339" y="79850"/>
                  <a:pt x="221343" y="80366"/>
                  <a:pt x="222346" y="80822"/>
                </a:cubicBezTo>
                <a:cubicBezTo>
                  <a:pt x="224868" y="81947"/>
                  <a:pt x="227209" y="83011"/>
                  <a:pt x="228972" y="85230"/>
                </a:cubicBezTo>
                <a:cubicBezTo>
                  <a:pt x="229428" y="85746"/>
                  <a:pt x="229884" y="86354"/>
                  <a:pt x="230248" y="86962"/>
                </a:cubicBezTo>
                <a:cubicBezTo>
                  <a:pt x="231008" y="88148"/>
                  <a:pt x="231859" y="89120"/>
                  <a:pt x="232741" y="90245"/>
                </a:cubicBezTo>
                <a:cubicBezTo>
                  <a:pt x="233501" y="91187"/>
                  <a:pt x="234808" y="92707"/>
                  <a:pt x="236024" y="93163"/>
                </a:cubicBezTo>
                <a:lnTo>
                  <a:pt x="235507" y="93163"/>
                </a:lnTo>
                <a:lnTo>
                  <a:pt x="2250" y="93163"/>
                </a:lnTo>
                <a:cubicBezTo>
                  <a:pt x="2433" y="93163"/>
                  <a:pt x="2250" y="95047"/>
                  <a:pt x="2220" y="95260"/>
                </a:cubicBezTo>
                <a:cubicBezTo>
                  <a:pt x="1065" y="93801"/>
                  <a:pt x="1" y="92312"/>
                  <a:pt x="366" y="90397"/>
                </a:cubicBezTo>
                <a:cubicBezTo>
                  <a:pt x="609" y="89029"/>
                  <a:pt x="1673" y="88421"/>
                  <a:pt x="2797" y="87722"/>
                </a:cubicBezTo>
                <a:cubicBezTo>
                  <a:pt x="4348" y="86749"/>
                  <a:pt x="5472" y="85321"/>
                  <a:pt x="6931" y="84227"/>
                </a:cubicBezTo>
                <a:cubicBezTo>
                  <a:pt x="8512" y="82980"/>
                  <a:pt x="10396" y="81977"/>
                  <a:pt x="12098" y="8076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6" name="Google Shape;176;p33"/>
          <p:cNvSpPr/>
          <p:nvPr/>
        </p:nvSpPr>
        <p:spPr>
          <a:xfrm>
            <a:off x="-1444375" y="1282198"/>
            <a:ext cx="2866511" cy="4131946"/>
          </a:xfrm>
          <a:custGeom>
            <a:avLst/>
            <a:gdLst/>
            <a:ahLst/>
            <a:cxnLst/>
            <a:rect l="l" t="t" r="r" b="b"/>
            <a:pathLst>
              <a:path w="236024" h="95261" extrusionOk="0">
                <a:moveTo>
                  <a:pt x="12098" y="80762"/>
                </a:moveTo>
                <a:cubicBezTo>
                  <a:pt x="14652" y="78999"/>
                  <a:pt x="17266" y="77357"/>
                  <a:pt x="19880" y="75685"/>
                </a:cubicBezTo>
                <a:cubicBezTo>
                  <a:pt x="21856" y="74439"/>
                  <a:pt x="23831" y="73254"/>
                  <a:pt x="25655" y="71795"/>
                </a:cubicBezTo>
                <a:cubicBezTo>
                  <a:pt x="26415" y="71187"/>
                  <a:pt x="27205" y="70670"/>
                  <a:pt x="27904" y="69971"/>
                </a:cubicBezTo>
                <a:cubicBezTo>
                  <a:pt x="28512" y="69363"/>
                  <a:pt x="28725" y="68755"/>
                  <a:pt x="29181" y="68117"/>
                </a:cubicBezTo>
                <a:cubicBezTo>
                  <a:pt x="29850" y="67144"/>
                  <a:pt x="30701" y="66384"/>
                  <a:pt x="31734" y="65959"/>
                </a:cubicBezTo>
                <a:cubicBezTo>
                  <a:pt x="33102" y="65412"/>
                  <a:pt x="34409" y="64773"/>
                  <a:pt x="35655" y="64105"/>
                </a:cubicBezTo>
                <a:cubicBezTo>
                  <a:pt x="36841" y="63497"/>
                  <a:pt x="37965" y="62342"/>
                  <a:pt x="38907" y="61460"/>
                </a:cubicBezTo>
                <a:cubicBezTo>
                  <a:pt x="40063" y="60457"/>
                  <a:pt x="41248" y="59302"/>
                  <a:pt x="42403" y="58360"/>
                </a:cubicBezTo>
                <a:cubicBezTo>
                  <a:pt x="43376" y="57600"/>
                  <a:pt x="44166" y="56567"/>
                  <a:pt x="45108" y="55837"/>
                </a:cubicBezTo>
                <a:cubicBezTo>
                  <a:pt x="46263" y="54986"/>
                  <a:pt x="47601" y="54439"/>
                  <a:pt x="48786" y="53557"/>
                </a:cubicBezTo>
                <a:cubicBezTo>
                  <a:pt x="50154" y="52554"/>
                  <a:pt x="51400" y="51582"/>
                  <a:pt x="52920" y="50791"/>
                </a:cubicBezTo>
                <a:cubicBezTo>
                  <a:pt x="54227" y="50153"/>
                  <a:pt x="55200" y="48968"/>
                  <a:pt x="56507" y="48299"/>
                </a:cubicBezTo>
                <a:cubicBezTo>
                  <a:pt x="57115" y="47934"/>
                  <a:pt x="57479" y="47539"/>
                  <a:pt x="58178" y="47752"/>
                </a:cubicBezTo>
                <a:cubicBezTo>
                  <a:pt x="58908" y="47995"/>
                  <a:pt x="59425" y="48664"/>
                  <a:pt x="60124" y="48846"/>
                </a:cubicBezTo>
                <a:cubicBezTo>
                  <a:pt x="60519" y="48968"/>
                  <a:pt x="61826" y="49120"/>
                  <a:pt x="62251" y="48937"/>
                </a:cubicBezTo>
                <a:cubicBezTo>
                  <a:pt x="62799" y="48664"/>
                  <a:pt x="63163" y="46962"/>
                  <a:pt x="63376" y="46354"/>
                </a:cubicBezTo>
                <a:cubicBezTo>
                  <a:pt x="63650" y="45624"/>
                  <a:pt x="63771" y="44864"/>
                  <a:pt x="63984" y="44226"/>
                </a:cubicBezTo>
                <a:cubicBezTo>
                  <a:pt x="64136" y="43800"/>
                  <a:pt x="64258" y="43466"/>
                  <a:pt x="64501" y="43041"/>
                </a:cubicBezTo>
                <a:cubicBezTo>
                  <a:pt x="64683" y="42676"/>
                  <a:pt x="64835" y="42159"/>
                  <a:pt x="65048" y="41825"/>
                </a:cubicBezTo>
                <a:cubicBezTo>
                  <a:pt x="65656" y="40791"/>
                  <a:pt x="67175" y="40123"/>
                  <a:pt x="68087" y="39363"/>
                </a:cubicBezTo>
                <a:cubicBezTo>
                  <a:pt x="68726" y="38816"/>
                  <a:pt x="69151" y="38329"/>
                  <a:pt x="69577" y="37721"/>
                </a:cubicBezTo>
                <a:cubicBezTo>
                  <a:pt x="69881" y="37235"/>
                  <a:pt x="70519" y="36779"/>
                  <a:pt x="70945" y="36384"/>
                </a:cubicBezTo>
                <a:cubicBezTo>
                  <a:pt x="72191" y="35259"/>
                  <a:pt x="73528" y="34256"/>
                  <a:pt x="74926" y="33314"/>
                </a:cubicBezTo>
                <a:cubicBezTo>
                  <a:pt x="75838" y="32706"/>
                  <a:pt x="76841" y="32341"/>
                  <a:pt x="77692" y="31673"/>
                </a:cubicBezTo>
                <a:cubicBezTo>
                  <a:pt x="78209" y="31308"/>
                  <a:pt x="78665" y="30882"/>
                  <a:pt x="79151" y="30548"/>
                </a:cubicBezTo>
                <a:cubicBezTo>
                  <a:pt x="79851" y="30092"/>
                  <a:pt x="80489" y="29545"/>
                  <a:pt x="81127" y="29059"/>
                </a:cubicBezTo>
                <a:cubicBezTo>
                  <a:pt x="82221" y="28177"/>
                  <a:pt x="83255" y="27326"/>
                  <a:pt x="84227" y="26323"/>
                </a:cubicBezTo>
                <a:cubicBezTo>
                  <a:pt x="85504" y="25077"/>
                  <a:pt x="87085" y="24378"/>
                  <a:pt x="88422" y="23253"/>
                </a:cubicBezTo>
                <a:cubicBezTo>
                  <a:pt x="89091" y="22645"/>
                  <a:pt x="89851" y="22098"/>
                  <a:pt x="90550" y="21460"/>
                </a:cubicBezTo>
                <a:cubicBezTo>
                  <a:pt x="91158" y="20852"/>
                  <a:pt x="91674" y="20122"/>
                  <a:pt x="92343" y="19514"/>
                </a:cubicBezTo>
                <a:cubicBezTo>
                  <a:pt x="93741" y="18238"/>
                  <a:pt x="95292" y="17022"/>
                  <a:pt x="96355" y="15411"/>
                </a:cubicBezTo>
                <a:cubicBezTo>
                  <a:pt x="96720" y="14925"/>
                  <a:pt x="96902" y="14560"/>
                  <a:pt x="97358" y="14134"/>
                </a:cubicBezTo>
                <a:cubicBezTo>
                  <a:pt x="97784" y="13739"/>
                  <a:pt x="98149" y="13253"/>
                  <a:pt x="98544" y="12797"/>
                </a:cubicBezTo>
                <a:cubicBezTo>
                  <a:pt x="98909" y="12341"/>
                  <a:pt x="99213" y="11855"/>
                  <a:pt x="99608" y="11368"/>
                </a:cubicBezTo>
                <a:cubicBezTo>
                  <a:pt x="100155" y="10639"/>
                  <a:pt x="101006" y="10153"/>
                  <a:pt x="101614" y="9423"/>
                </a:cubicBezTo>
                <a:cubicBezTo>
                  <a:pt x="102131" y="8785"/>
                  <a:pt x="102708" y="8238"/>
                  <a:pt x="103286" y="7630"/>
                </a:cubicBezTo>
                <a:cubicBezTo>
                  <a:pt x="103772" y="7052"/>
                  <a:pt x="104076" y="6353"/>
                  <a:pt x="104562" y="5776"/>
                </a:cubicBezTo>
                <a:cubicBezTo>
                  <a:pt x="104988" y="5320"/>
                  <a:pt x="105565" y="5077"/>
                  <a:pt x="106021" y="4681"/>
                </a:cubicBezTo>
                <a:cubicBezTo>
                  <a:pt x="106356" y="4377"/>
                  <a:pt x="106538" y="3982"/>
                  <a:pt x="106842" y="3648"/>
                </a:cubicBezTo>
                <a:cubicBezTo>
                  <a:pt x="107693" y="2766"/>
                  <a:pt x="108757" y="2098"/>
                  <a:pt x="109790" y="1490"/>
                </a:cubicBezTo>
                <a:cubicBezTo>
                  <a:pt x="111006" y="791"/>
                  <a:pt x="111918" y="0"/>
                  <a:pt x="113286" y="0"/>
                </a:cubicBezTo>
                <a:cubicBezTo>
                  <a:pt x="115140" y="0"/>
                  <a:pt x="116872" y="1186"/>
                  <a:pt x="118605" y="1794"/>
                </a:cubicBezTo>
                <a:cubicBezTo>
                  <a:pt x="119608" y="2159"/>
                  <a:pt x="120733" y="2584"/>
                  <a:pt x="121705" y="3101"/>
                </a:cubicBezTo>
                <a:cubicBezTo>
                  <a:pt x="122891" y="3770"/>
                  <a:pt x="123651" y="4317"/>
                  <a:pt x="124593" y="5289"/>
                </a:cubicBezTo>
                <a:cubicBezTo>
                  <a:pt x="125231" y="5958"/>
                  <a:pt x="125991" y="6384"/>
                  <a:pt x="126660" y="6991"/>
                </a:cubicBezTo>
                <a:cubicBezTo>
                  <a:pt x="127329" y="7599"/>
                  <a:pt x="128423" y="7873"/>
                  <a:pt x="129244" y="8268"/>
                </a:cubicBezTo>
                <a:cubicBezTo>
                  <a:pt x="129912" y="8663"/>
                  <a:pt x="130642" y="9150"/>
                  <a:pt x="131250" y="9575"/>
                </a:cubicBezTo>
                <a:cubicBezTo>
                  <a:pt x="131614" y="9849"/>
                  <a:pt x="131888" y="10213"/>
                  <a:pt x="132313" y="10457"/>
                </a:cubicBezTo>
                <a:cubicBezTo>
                  <a:pt x="132921" y="10791"/>
                  <a:pt x="133377" y="10943"/>
                  <a:pt x="133864" y="11429"/>
                </a:cubicBezTo>
                <a:cubicBezTo>
                  <a:pt x="136721" y="14256"/>
                  <a:pt x="140520" y="15685"/>
                  <a:pt x="144077" y="17235"/>
                </a:cubicBezTo>
                <a:cubicBezTo>
                  <a:pt x="144624" y="17478"/>
                  <a:pt x="145414" y="17691"/>
                  <a:pt x="145870" y="17995"/>
                </a:cubicBezTo>
                <a:cubicBezTo>
                  <a:pt x="146447" y="18420"/>
                  <a:pt x="146873" y="19119"/>
                  <a:pt x="147329" y="19636"/>
                </a:cubicBezTo>
                <a:cubicBezTo>
                  <a:pt x="148028" y="20396"/>
                  <a:pt x="148484" y="21308"/>
                  <a:pt x="149153" y="22159"/>
                </a:cubicBezTo>
                <a:cubicBezTo>
                  <a:pt x="149852" y="23101"/>
                  <a:pt x="150369" y="22980"/>
                  <a:pt x="151280" y="22311"/>
                </a:cubicBezTo>
                <a:cubicBezTo>
                  <a:pt x="151645" y="22007"/>
                  <a:pt x="152131" y="21490"/>
                  <a:pt x="152587" y="21399"/>
                </a:cubicBezTo>
                <a:cubicBezTo>
                  <a:pt x="152952" y="21308"/>
                  <a:pt x="153287" y="21399"/>
                  <a:pt x="153621" y="21308"/>
                </a:cubicBezTo>
                <a:cubicBezTo>
                  <a:pt x="153955" y="21186"/>
                  <a:pt x="154046" y="21004"/>
                  <a:pt x="154472" y="21095"/>
                </a:cubicBezTo>
                <a:cubicBezTo>
                  <a:pt x="154837" y="21156"/>
                  <a:pt x="155384" y="21460"/>
                  <a:pt x="155688" y="21703"/>
                </a:cubicBezTo>
                <a:cubicBezTo>
                  <a:pt x="156660" y="22402"/>
                  <a:pt x="157512" y="23587"/>
                  <a:pt x="158271" y="24530"/>
                </a:cubicBezTo>
                <a:cubicBezTo>
                  <a:pt x="158758" y="25198"/>
                  <a:pt x="159123" y="25958"/>
                  <a:pt x="159670" y="26566"/>
                </a:cubicBezTo>
                <a:cubicBezTo>
                  <a:pt x="160186" y="27174"/>
                  <a:pt x="160885" y="27782"/>
                  <a:pt x="161311" y="28481"/>
                </a:cubicBezTo>
                <a:cubicBezTo>
                  <a:pt x="162162" y="29970"/>
                  <a:pt x="163135" y="31460"/>
                  <a:pt x="164229" y="32888"/>
                </a:cubicBezTo>
                <a:cubicBezTo>
                  <a:pt x="165262" y="34226"/>
                  <a:pt x="166357" y="35442"/>
                  <a:pt x="167329" y="36809"/>
                </a:cubicBezTo>
                <a:cubicBezTo>
                  <a:pt x="167998" y="37691"/>
                  <a:pt x="168940" y="38268"/>
                  <a:pt x="169670" y="39028"/>
                </a:cubicBezTo>
                <a:cubicBezTo>
                  <a:pt x="170308" y="39697"/>
                  <a:pt x="170642" y="40609"/>
                  <a:pt x="171220" y="41338"/>
                </a:cubicBezTo>
                <a:cubicBezTo>
                  <a:pt x="172193" y="42585"/>
                  <a:pt x="173378" y="43952"/>
                  <a:pt x="174533" y="44986"/>
                </a:cubicBezTo>
                <a:cubicBezTo>
                  <a:pt x="174989" y="45411"/>
                  <a:pt x="175384" y="45898"/>
                  <a:pt x="175901" y="46323"/>
                </a:cubicBezTo>
                <a:cubicBezTo>
                  <a:pt x="176418" y="46779"/>
                  <a:pt x="177117" y="46962"/>
                  <a:pt x="177664" y="47387"/>
                </a:cubicBezTo>
                <a:cubicBezTo>
                  <a:pt x="179123" y="48451"/>
                  <a:pt x="180369" y="49515"/>
                  <a:pt x="181980" y="50366"/>
                </a:cubicBezTo>
                <a:cubicBezTo>
                  <a:pt x="184716" y="51886"/>
                  <a:pt x="187786" y="53193"/>
                  <a:pt x="189944" y="55533"/>
                </a:cubicBezTo>
                <a:cubicBezTo>
                  <a:pt x="190856" y="56567"/>
                  <a:pt x="191707" y="57630"/>
                  <a:pt x="192558" y="58694"/>
                </a:cubicBezTo>
                <a:cubicBezTo>
                  <a:pt x="193470" y="59880"/>
                  <a:pt x="194138" y="61217"/>
                  <a:pt x="195293" y="62129"/>
                </a:cubicBezTo>
                <a:cubicBezTo>
                  <a:pt x="196053" y="62737"/>
                  <a:pt x="196661" y="63527"/>
                  <a:pt x="197482" y="64135"/>
                </a:cubicBezTo>
                <a:cubicBezTo>
                  <a:pt x="198303" y="64804"/>
                  <a:pt x="199184" y="65473"/>
                  <a:pt x="199944" y="66263"/>
                </a:cubicBezTo>
                <a:cubicBezTo>
                  <a:pt x="200977" y="67327"/>
                  <a:pt x="201950" y="68391"/>
                  <a:pt x="203044" y="69333"/>
                </a:cubicBezTo>
                <a:cubicBezTo>
                  <a:pt x="203743" y="69941"/>
                  <a:pt x="204473" y="70518"/>
                  <a:pt x="205294" y="70883"/>
                </a:cubicBezTo>
                <a:cubicBezTo>
                  <a:pt x="206540" y="71491"/>
                  <a:pt x="207239" y="72403"/>
                  <a:pt x="208303" y="73315"/>
                </a:cubicBezTo>
                <a:cubicBezTo>
                  <a:pt x="209184" y="74074"/>
                  <a:pt x="210248" y="74622"/>
                  <a:pt x="211190" y="75290"/>
                </a:cubicBezTo>
                <a:cubicBezTo>
                  <a:pt x="212406" y="76141"/>
                  <a:pt x="213622" y="76962"/>
                  <a:pt x="214868" y="77722"/>
                </a:cubicBezTo>
                <a:cubicBezTo>
                  <a:pt x="216266" y="78573"/>
                  <a:pt x="217695" y="79151"/>
                  <a:pt x="219245" y="79546"/>
                </a:cubicBezTo>
                <a:cubicBezTo>
                  <a:pt x="220339" y="79850"/>
                  <a:pt x="221343" y="80366"/>
                  <a:pt x="222346" y="80822"/>
                </a:cubicBezTo>
                <a:cubicBezTo>
                  <a:pt x="224868" y="81947"/>
                  <a:pt x="227209" y="83011"/>
                  <a:pt x="228972" y="85230"/>
                </a:cubicBezTo>
                <a:cubicBezTo>
                  <a:pt x="229428" y="85746"/>
                  <a:pt x="229884" y="86354"/>
                  <a:pt x="230248" y="86962"/>
                </a:cubicBezTo>
                <a:cubicBezTo>
                  <a:pt x="231008" y="88148"/>
                  <a:pt x="231859" y="89120"/>
                  <a:pt x="232741" y="90245"/>
                </a:cubicBezTo>
                <a:cubicBezTo>
                  <a:pt x="233501" y="91187"/>
                  <a:pt x="234808" y="92707"/>
                  <a:pt x="236024" y="93163"/>
                </a:cubicBezTo>
                <a:lnTo>
                  <a:pt x="235507" y="93163"/>
                </a:lnTo>
                <a:lnTo>
                  <a:pt x="2250" y="93163"/>
                </a:lnTo>
                <a:cubicBezTo>
                  <a:pt x="2433" y="93163"/>
                  <a:pt x="2250" y="95047"/>
                  <a:pt x="2220" y="95260"/>
                </a:cubicBezTo>
                <a:cubicBezTo>
                  <a:pt x="1065" y="93801"/>
                  <a:pt x="1" y="92312"/>
                  <a:pt x="366" y="90397"/>
                </a:cubicBezTo>
                <a:cubicBezTo>
                  <a:pt x="609" y="89029"/>
                  <a:pt x="1673" y="88421"/>
                  <a:pt x="2797" y="87722"/>
                </a:cubicBezTo>
                <a:cubicBezTo>
                  <a:pt x="4348" y="86749"/>
                  <a:pt x="5472" y="85321"/>
                  <a:pt x="6931" y="84227"/>
                </a:cubicBezTo>
                <a:cubicBezTo>
                  <a:pt x="8512" y="82980"/>
                  <a:pt x="10396" y="81977"/>
                  <a:pt x="12098" y="80762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7" name="Google Shape;177;p33"/>
          <p:cNvSpPr/>
          <p:nvPr/>
        </p:nvSpPr>
        <p:spPr>
          <a:xfrm>
            <a:off x="-3750" y="4308275"/>
            <a:ext cx="4622055" cy="1105650"/>
          </a:xfrm>
          <a:custGeom>
            <a:avLst/>
            <a:gdLst/>
            <a:ahLst/>
            <a:cxnLst/>
            <a:rect l="l" t="t" r="r" b="b"/>
            <a:pathLst>
              <a:path w="128088" h="44226" extrusionOk="0">
                <a:moveTo>
                  <a:pt x="128088" y="44226"/>
                </a:moveTo>
                <a:cubicBezTo>
                  <a:pt x="128088" y="44226"/>
                  <a:pt x="125261" y="36232"/>
                  <a:pt x="123559" y="33830"/>
                </a:cubicBezTo>
                <a:cubicBezTo>
                  <a:pt x="121857" y="31459"/>
                  <a:pt x="118422" y="29514"/>
                  <a:pt x="118422" y="29514"/>
                </a:cubicBezTo>
                <a:cubicBezTo>
                  <a:pt x="118422" y="29514"/>
                  <a:pt x="113984" y="30000"/>
                  <a:pt x="112616" y="29514"/>
                </a:cubicBezTo>
                <a:cubicBezTo>
                  <a:pt x="111218" y="29028"/>
                  <a:pt x="111218" y="25927"/>
                  <a:pt x="110337" y="25411"/>
                </a:cubicBezTo>
                <a:cubicBezTo>
                  <a:pt x="109455" y="24833"/>
                  <a:pt x="108695" y="18754"/>
                  <a:pt x="106659" y="18389"/>
                </a:cubicBezTo>
                <a:cubicBezTo>
                  <a:pt x="106385" y="20395"/>
                  <a:pt x="108300" y="22979"/>
                  <a:pt x="105899" y="24347"/>
                </a:cubicBezTo>
                <a:cubicBezTo>
                  <a:pt x="103498" y="25715"/>
                  <a:pt x="102373" y="27386"/>
                  <a:pt x="102373" y="28450"/>
                </a:cubicBezTo>
                <a:cubicBezTo>
                  <a:pt x="102373" y="29514"/>
                  <a:pt x="101218" y="31307"/>
                  <a:pt x="101218" y="31307"/>
                </a:cubicBezTo>
                <a:cubicBezTo>
                  <a:pt x="101218" y="31307"/>
                  <a:pt x="100610" y="29545"/>
                  <a:pt x="99334" y="29180"/>
                </a:cubicBezTo>
                <a:cubicBezTo>
                  <a:pt x="98026" y="28785"/>
                  <a:pt x="97449" y="29484"/>
                  <a:pt x="97449" y="29484"/>
                </a:cubicBezTo>
                <a:lnTo>
                  <a:pt x="97084" y="28359"/>
                </a:lnTo>
                <a:cubicBezTo>
                  <a:pt x="97084" y="28359"/>
                  <a:pt x="95291" y="29241"/>
                  <a:pt x="94622" y="28450"/>
                </a:cubicBezTo>
                <a:cubicBezTo>
                  <a:pt x="93923" y="27660"/>
                  <a:pt x="93315" y="26991"/>
                  <a:pt x="93315" y="26991"/>
                </a:cubicBezTo>
                <a:cubicBezTo>
                  <a:pt x="93315" y="26991"/>
                  <a:pt x="91917" y="28025"/>
                  <a:pt x="91461" y="27052"/>
                </a:cubicBezTo>
                <a:cubicBezTo>
                  <a:pt x="91035" y="26049"/>
                  <a:pt x="90732" y="23891"/>
                  <a:pt x="90154" y="23557"/>
                </a:cubicBezTo>
                <a:cubicBezTo>
                  <a:pt x="89576" y="23161"/>
                  <a:pt x="90154" y="18420"/>
                  <a:pt x="90154" y="18420"/>
                </a:cubicBezTo>
                <a:cubicBezTo>
                  <a:pt x="90154" y="18420"/>
                  <a:pt x="88634" y="21155"/>
                  <a:pt x="88482" y="23009"/>
                </a:cubicBezTo>
                <a:cubicBezTo>
                  <a:pt x="88361" y="24864"/>
                  <a:pt x="87418" y="25715"/>
                  <a:pt x="86628" y="27083"/>
                </a:cubicBezTo>
                <a:cubicBezTo>
                  <a:pt x="85838" y="28450"/>
                  <a:pt x="86324" y="29788"/>
                  <a:pt x="85747" y="31338"/>
                </a:cubicBezTo>
                <a:cubicBezTo>
                  <a:pt x="85169" y="32888"/>
                  <a:pt x="83741" y="33648"/>
                  <a:pt x="83467" y="32523"/>
                </a:cubicBezTo>
                <a:cubicBezTo>
                  <a:pt x="83254" y="31399"/>
                  <a:pt x="83892" y="30639"/>
                  <a:pt x="82494" y="30912"/>
                </a:cubicBezTo>
                <a:cubicBezTo>
                  <a:pt x="81066" y="31156"/>
                  <a:pt x="80215" y="31642"/>
                  <a:pt x="80215" y="31642"/>
                </a:cubicBezTo>
                <a:cubicBezTo>
                  <a:pt x="80215" y="31642"/>
                  <a:pt x="80762" y="30396"/>
                  <a:pt x="79607" y="29484"/>
                </a:cubicBezTo>
                <a:cubicBezTo>
                  <a:pt x="78421" y="28572"/>
                  <a:pt x="78604" y="30031"/>
                  <a:pt x="77570" y="28359"/>
                </a:cubicBezTo>
                <a:cubicBezTo>
                  <a:pt x="76506" y="26687"/>
                  <a:pt x="74774" y="28602"/>
                  <a:pt x="73710" y="27538"/>
                </a:cubicBezTo>
                <a:cubicBezTo>
                  <a:pt x="72646" y="26475"/>
                  <a:pt x="72099" y="24651"/>
                  <a:pt x="72099" y="24651"/>
                </a:cubicBezTo>
                <a:cubicBezTo>
                  <a:pt x="72099" y="24651"/>
                  <a:pt x="72099" y="22706"/>
                  <a:pt x="71704" y="21733"/>
                </a:cubicBezTo>
                <a:cubicBezTo>
                  <a:pt x="71278" y="20730"/>
                  <a:pt x="70093" y="21003"/>
                  <a:pt x="70093" y="21003"/>
                </a:cubicBezTo>
                <a:cubicBezTo>
                  <a:pt x="70093" y="21003"/>
                  <a:pt x="70002" y="18906"/>
                  <a:pt x="68725" y="17417"/>
                </a:cubicBezTo>
                <a:cubicBezTo>
                  <a:pt x="67509" y="15958"/>
                  <a:pt x="68056" y="15259"/>
                  <a:pt x="67661" y="14438"/>
                </a:cubicBezTo>
                <a:cubicBezTo>
                  <a:pt x="67296" y="13556"/>
                  <a:pt x="66263" y="12949"/>
                  <a:pt x="66081" y="13435"/>
                </a:cubicBezTo>
                <a:cubicBezTo>
                  <a:pt x="65898" y="13921"/>
                  <a:pt x="65837" y="16262"/>
                  <a:pt x="64713" y="17417"/>
                </a:cubicBezTo>
                <a:cubicBezTo>
                  <a:pt x="63619" y="18602"/>
                  <a:pt x="62555" y="16505"/>
                  <a:pt x="61643" y="18025"/>
                </a:cubicBezTo>
                <a:cubicBezTo>
                  <a:pt x="60731" y="19544"/>
                  <a:pt x="59910" y="20608"/>
                  <a:pt x="59910" y="20608"/>
                </a:cubicBezTo>
                <a:cubicBezTo>
                  <a:pt x="59910" y="20608"/>
                  <a:pt x="57448" y="19636"/>
                  <a:pt x="57023" y="18936"/>
                </a:cubicBezTo>
                <a:cubicBezTo>
                  <a:pt x="56628" y="18268"/>
                  <a:pt x="56658" y="17265"/>
                  <a:pt x="56111" y="16961"/>
                </a:cubicBezTo>
                <a:cubicBezTo>
                  <a:pt x="55564" y="16657"/>
                  <a:pt x="55199" y="11702"/>
                  <a:pt x="54530" y="11429"/>
                </a:cubicBezTo>
                <a:cubicBezTo>
                  <a:pt x="53831" y="11186"/>
                  <a:pt x="54530" y="12979"/>
                  <a:pt x="54135" y="13404"/>
                </a:cubicBezTo>
                <a:cubicBezTo>
                  <a:pt x="53770" y="13830"/>
                  <a:pt x="51187" y="13131"/>
                  <a:pt x="51248" y="15897"/>
                </a:cubicBezTo>
                <a:cubicBezTo>
                  <a:pt x="51339" y="18693"/>
                  <a:pt x="49545" y="14377"/>
                  <a:pt x="49545" y="14377"/>
                </a:cubicBezTo>
                <a:lnTo>
                  <a:pt x="48481" y="12097"/>
                </a:lnTo>
                <a:cubicBezTo>
                  <a:pt x="48481" y="12097"/>
                  <a:pt x="47752" y="6717"/>
                  <a:pt x="47266" y="7508"/>
                </a:cubicBezTo>
                <a:cubicBezTo>
                  <a:pt x="46779" y="8298"/>
                  <a:pt x="46597" y="11611"/>
                  <a:pt x="46597" y="11611"/>
                </a:cubicBezTo>
                <a:cubicBezTo>
                  <a:pt x="46597" y="11611"/>
                  <a:pt x="45290" y="12341"/>
                  <a:pt x="45077" y="14134"/>
                </a:cubicBezTo>
                <a:cubicBezTo>
                  <a:pt x="44834" y="15897"/>
                  <a:pt x="44652" y="17204"/>
                  <a:pt x="44469" y="17417"/>
                </a:cubicBezTo>
                <a:cubicBezTo>
                  <a:pt x="44256" y="17660"/>
                  <a:pt x="43557" y="16262"/>
                  <a:pt x="43101" y="16049"/>
                </a:cubicBezTo>
                <a:cubicBezTo>
                  <a:pt x="42676" y="15867"/>
                  <a:pt x="42524" y="8511"/>
                  <a:pt x="42190" y="8511"/>
                </a:cubicBezTo>
                <a:cubicBezTo>
                  <a:pt x="41794" y="8511"/>
                  <a:pt x="41065" y="10790"/>
                  <a:pt x="41065" y="11277"/>
                </a:cubicBezTo>
                <a:cubicBezTo>
                  <a:pt x="41065" y="11763"/>
                  <a:pt x="40883" y="14529"/>
                  <a:pt x="40092" y="14590"/>
                </a:cubicBezTo>
                <a:cubicBezTo>
                  <a:pt x="39302" y="14620"/>
                  <a:pt x="38390" y="14347"/>
                  <a:pt x="37934" y="14772"/>
                </a:cubicBezTo>
                <a:cubicBezTo>
                  <a:pt x="37478" y="15198"/>
                  <a:pt x="36414" y="10031"/>
                  <a:pt x="35594" y="11459"/>
                </a:cubicBezTo>
                <a:cubicBezTo>
                  <a:pt x="34803" y="12857"/>
                  <a:pt x="34621" y="13465"/>
                  <a:pt x="34621" y="13465"/>
                </a:cubicBezTo>
                <a:lnTo>
                  <a:pt x="33405" y="11459"/>
                </a:lnTo>
                <a:cubicBezTo>
                  <a:pt x="33405" y="11459"/>
                  <a:pt x="32615" y="3982"/>
                  <a:pt x="31733" y="4407"/>
                </a:cubicBezTo>
                <a:cubicBezTo>
                  <a:pt x="30852" y="4803"/>
                  <a:pt x="31004" y="7295"/>
                  <a:pt x="31004" y="7538"/>
                </a:cubicBezTo>
                <a:cubicBezTo>
                  <a:pt x="31004" y="7781"/>
                  <a:pt x="31430" y="8541"/>
                  <a:pt x="30518" y="9635"/>
                </a:cubicBezTo>
                <a:cubicBezTo>
                  <a:pt x="29606" y="10730"/>
                  <a:pt x="29423" y="11946"/>
                  <a:pt x="29332" y="12401"/>
                </a:cubicBezTo>
                <a:cubicBezTo>
                  <a:pt x="29271" y="12827"/>
                  <a:pt x="28663" y="13708"/>
                  <a:pt x="28663" y="13708"/>
                </a:cubicBezTo>
                <a:lnTo>
                  <a:pt x="27235" y="10547"/>
                </a:lnTo>
                <a:cubicBezTo>
                  <a:pt x="27235" y="10547"/>
                  <a:pt x="26171" y="6110"/>
                  <a:pt x="26080" y="5866"/>
                </a:cubicBezTo>
                <a:cubicBezTo>
                  <a:pt x="25958" y="5654"/>
                  <a:pt x="25077" y="5684"/>
                  <a:pt x="25350" y="7964"/>
                </a:cubicBezTo>
                <a:cubicBezTo>
                  <a:pt x="25563" y="10243"/>
                  <a:pt x="25411" y="11277"/>
                  <a:pt x="24864" y="11642"/>
                </a:cubicBezTo>
                <a:cubicBezTo>
                  <a:pt x="24287" y="12037"/>
                  <a:pt x="22341" y="9787"/>
                  <a:pt x="22341" y="9787"/>
                </a:cubicBezTo>
                <a:lnTo>
                  <a:pt x="21065" y="7477"/>
                </a:lnTo>
                <a:cubicBezTo>
                  <a:pt x="21065" y="7477"/>
                  <a:pt x="20153" y="7538"/>
                  <a:pt x="20244" y="9757"/>
                </a:cubicBezTo>
                <a:cubicBezTo>
                  <a:pt x="20365" y="11946"/>
                  <a:pt x="19940" y="13253"/>
                  <a:pt x="19849" y="13617"/>
                </a:cubicBezTo>
                <a:cubicBezTo>
                  <a:pt x="19727" y="14012"/>
                  <a:pt x="18116" y="9058"/>
                  <a:pt x="18116" y="8876"/>
                </a:cubicBezTo>
                <a:cubicBezTo>
                  <a:pt x="18116" y="8693"/>
                  <a:pt x="16596" y="6717"/>
                  <a:pt x="16444" y="6414"/>
                </a:cubicBezTo>
                <a:cubicBezTo>
                  <a:pt x="16353" y="6110"/>
                  <a:pt x="17356" y="243"/>
                  <a:pt x="16140" y="1003"/>
                </a:cubicBezTo>
                <a:cubicBezTo>
                  <a:pt x="14925" y="1733"/>
                  <a:pt x="14925" y="4195"/>
                  <a:pt x="15046" y="4772"/>
                </a:cubicBezTo>
                <a:cubicBezTo>
                  <a:pt x="15168" y="5350"/>
                  <a:pt x="15624" y="8389"/>
                  <a:pt x="14621" y="8876"/>
                </a:cubicBezTo>
                <a:cubicBezTo>
                  <a:pt x="13648" y="9362"/>
                  <a:pt x="13162" y="10395"/>
                  <a:pt x="13101" y="10882"/>
                </a:cubicBezTo>
                <a:cubicBezTo>
                  <a:pt x="13070" y="11398"/>
                  <a:pt x="11885" y="7629"/>
                  <a:pt x="11885" y="7629"/>
                </a:cubicBezTo>
                <a:cubicBezTo>
                  <a:pt x="11885" y="7629"/>
                  <a:pt x="9909" y="7629"/>
                  <a:pt x="9423" y="6748"/>
                </a:cubicBezTo>
                <a:cubicBezTo>
                  <a:pt x="8937" y="5866"/>
                  <a:pt x="8329" y="3070"/>
                  <a:pt x="8329" y="3070"/>
                </a:cubicBezTo>
                <a:cubicBezTo>
                  <a:pt x="8329" y="3070"/>
                  <a:pt x="7903" y="0"/>
                  <a:pt x="7265" y="1702"/>
                </a:cubicBezTo>
                <a:cubicBezTo>
                  <a:pt x="6627" y="3404"/>
                  <a:pt x="7326" y="4863"/>
                  <a:pt x="6839" y="5654"/>
                </a:cubicBezTo>
                <a:cubicBezTo>
                  <a:pt x="6353" y="6444"/>
                  <a:pt x="5137" y="6383"/>
                  <a:pt x="5137" y="6383"/>
                </a:cubicBezTo>
                <a:lnTo>
                  <a:pt x="3617" y="4286"/>
                </a:lnTo>
                <a:lnTo>
                  <a:pt x="0" y="608"/>
                </a:lnTo>
                <a:lnTo>
                  <a:pt x="0" y="4422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8" name="Google Shape;178;p33"/>
          <p:cNvSpPr/>
          <p:nvPr/>
        </p:nvSpPr>
        <p:spPr>
          <a:xfrm>
            <a:off x="4052350" y="4042775"/>
            <a:ext cx="6419857" cy="1452950"/>
          </a:xfrm>
          <a:custGeom>
            <a:avLst/>
            <a:gdLst/>
            <a:ahLst/>
            <a:cxnLst/>
            <a:rect l="l" t="t" r="r" b="b"/>
            <a:pathLst>
              <a:path w="190035" h="58118" extrusionOk="0">
                <a:moveTo>
                  <a:pt x="190034" y="32859"/>
                </a:moveTo>
                <a:cubicBezTo>
                  <a:pt x="190034" y="32859"/>
                  <a:pt x="185171" y="29819"/>
                  <a:pt x="184715" y="28208"/>
                </a:cubicBezTo>
                <a:cubicBezTo>
                  <a:pt x="184259" y="26627"/>
                  <a:pt x="185019" y="25108"/>
                  <a:pt x="184715" y="23345"/>
                </a:cubicBezTo>
                <a:cubicBezTo>
                  <a:pt x="184411" y="21612"/>
                  <a:pt x="184563" y="19363"/>
                  <a:pt x="184563" y="19363"/>
                </a:cubicBezTo>
                <a:lnTo>
                  <a:pt x="183560" y="14408"/>
                </a:lnTo>
                <a:cubicBezTo>
                  <a:pt x="183560" y="14408"/>
                  <a:pt x="183499" y="16141"/>
                  <a:pt x="182739" y="18147"/>
                </a:cubicBezTo>
                <a:cubicBezTo>
                  <a:pt x="181980" y="20153"/>
                  <a:pt x="181128" y="22402"/>
                  <a:pt x="181524" y="23649"/>
                </a:cubicBezTo>
                <a:cubicBezTo>
                  <a:pt x="181888" y="24895"/>
                  <a:pt x="181037" y="26688"/>
                  <a:pt x="181037" y="26688"/>
                </a:cubicBezTo>
                <a:cubicBezTo>
                  <a:pt x="181037" y="26688"/>
                  <a:pt x="181432" y="30488"/>
                  <a:pt x="180581" y="29728"/>
                </a:cubicBezTo>
                <a:cubicBezTo>
                  <a:pt x="179761" y="28968"/>
                  <a:pt x="179153" y="26992"/>
                  <a:pt x="179153" y="26992"/>
                </a:cubicBezTo>
                <a:cubicBezTo>
                  <a:pt x="179153" y="26992"/>
                  <a:pt x="179821" y="29971"/>
                  <a:pt x="178575" y="29272"/>
                </a:cubicBezTo>
                <a:cubicBezTo>
                  <a:pt x="177329" y="28603"/>
                  <a:pt x="176691" y="26627"/>
                  <a:pt x="176691" y="26627"/>
                </a:cubicBezTo>
                <a:cubicBezTo>
                  <a:pt x="176691" y="26627"/>
                  <a:pt x="175627" y="28512"/>
                  <a:pt x="175171" y="28147"/>
                </a:cubicBezTo>
                <a:cubicBezTo>
                  <a:pt x="174715" y="27752"/>
                  <a:pt x="172891" y="28147"/>
                  <a:pt x="172314" y="26931"/>
                </a:cubicBezTo>
                <a:cubicBezTo>
                  <a:pt x="171736" y="25716"/>
                  <a:pt x="170794" y="22281"/>
                  <a:pt x="169639" y="21308"/>
                </a:cubicBezTo>
                <a:cubicBezTo>
                  <a:pt x="168514" y="20305"/>
                  <a:pt x="168119" y="17874"/>
                  <a:pt x="167450" y="17874"/>
                </a:cubicBezTo>
                <a:cubicBezTo>
                  <a:pt x="166782" y="17874"/>
                  <a:pt x="166599" y="22068"/>
                  <a:pt x="166113" y="22889"/>
                </a:cubicBezTo>
                <a:cubicBezTo>
                  <a:pt x="165627" y="23740"/>
                  <a:pt x="164988" y="25868"/>
                  <a:pt x="164988" y="25868"/>
                </a:cubicBezTo>
                <a:cubicBezTo>
                  <a:pt x="164988" y="25868"/>
                  <a:pt x="164228" y="23284"/>
                  <a:pt x="163772" y="21855"/>
                </a:cubicBezTo>
                <a:cubicBezTo>
                  <a:pt x="163317" y="20457"/>
                  <a:pt x="163013" y="19880"/>
                  <a:pt x="162617" y="18147"/>
                </a:cubicBezTo>
                <a:cubicBezTo>
                  <a:pt x="162253" y="16384"/>
                  <a:pt x="161554" y="15685"/>
                  <a:pt x="161554" y="15685"/>
                </a:cubicBezTo>
                <a:cubicBezTo>
                  <a:pt x="161554" y="15685"/>
                  <a:pt x="161006" y="17205"/>
                  <a:pt x="160885" y="18329"/>
                </a:cubicBezTo>
                <a:cubicBezTo>
                  <a:pt x="160763" y="19484"/>
                  <a:pt x="160885" y="22706"/>
                  <a:pt x="160885" y="22706"/>
                </a:cubicBezTo>
                <a:lnTo>
                  <a:pt x="160855" y="24804"/>
                </a:lnTo>
                <a:cubicBezTo>
                  <a:pt x="160855" y="24804"/>
                  <a:pt x="157845" y="22524"/>
                  <a:pt x="157754" y="20032"/>
                </a:cubicBezTo>
                <a:cubicBezTo>
                  <a:pt x="157693" y="17570"/>
                  <a:pt x="156630" y="17205"/>
                  <a:pt x="156630" y="17205"/>
                </a:cubicBezTo>
                <a:cubicBezTo>
                  <a:pt x="156630" y="17205"/>
                  <a:pt x="155566" y="15685"/>
                  <a:pt x="155019" y="14986"/>
                </a:cubicBezTo>
                <a:cubicBezTo>
                  <a:pt x="154502" y="14317"/>
                  <a:pt x="154715" y="8846"/>
                  <a:pt x="154198" y="8086"/>
                </a:cubicBezTo>
                <a:cubicBezTo>
                  <a:pt x="153651" y="7326"/>
                  <a:pt x="152860" y="3709"/>
                  <a:pt x="152860" y="3709"/>
                </a:cubicBezTo>
                <a:cubicBezTo>
                  <a:pt x="152860" y="3709"/>
                  <a:pt x="152101" y="7691"/>
                  <a:pt x="151918" y="9971"/>
                </a:cubicBezTo>
                <a:cubicBezTo>
                  <a:pt x="151705" y="12250"/>
                  <a:pt x="151158" y="15290"/>
                  <a:pt x="151158" y="15290"/>
                </a:cubicBezTo>
                <a:lnTo>
                  <a:pt x="149699" y="20153"/>
                </a:lnTo>
                <a:lnTo>
                  <a:pt x="148179" y="21764"/>
                </a:lnTo>
                <a:cubicBezTo>
                  <a:pt x="148179" y="21764"/>
                  <a:pt x="148119" y="20548"/>
                  <a:pt x="147359" y="17114"/>
                </a:cubicBezTo>
                <a:cubicBezTo>
                  <a:pt x="146599" y="13709"/>
                  <a:pt x="146265" y="12645"/>
                  <a:pt x="146265" y="12342"/>
                </a:cubicBezTo>
                <a:cubicBezTo>
                  <a:pt x="146265" y="12038"/>
                  <a:pt x="145413" y="4743"/>
                  <a:pt x="144745" y="3679"/>
                </a:cubicBezTo>
                <a:cubicBezTo>
                  <a:pt x="144745" y="3679"/>
                  <a:pt x="144441" y="4044"/>
                  <a:pt x="143985" y="5259"/>
                </a:cubicBezTo>
                <a:cubicBezTo>
                  <a:pt x="143499" y="6475"/>
                  <a:pt x="142739" y="8238"/>
                  <a:pt x="142739" y="8694"/>
                </a:cubicBezTo>
                <a:cubicBezTo>
                  <a:pt x="142739" y="9120"/>
                  <a:pt x="142283" y="12554"/>
                  <a:pt x="142283" y="12554"/>
                </a:cubicBezTo>
                <a:lnTo>
                  <a:pt x="141523" y="15594"/>
                </a:lnTo>
                <a:cubicBezTo>
                  <a:pt x="141523" y="15594"/>
                  <a:pt x="140398" y="13892"/>
                  <a:pt x="140216" y="12554"/>
                </a:cubicBezTo>
                <a:cubicBezTo>
                  <a:pt x="140003" y="11217"/>
                  <a:pt x="139365" y="8755"/>
                  <a:pt x="139243" y="8451"/>
                </a:cubicBezTo>
                <a:cubicBezTo>
                  <a:pt x="139152" y="8147"/>
                  <a:pt x="138483" y="1"/>
                  <a:pt x="138483" y="1"/>
                </a:cubicBezTo>
                <a:cubicBezTo>
                  <a:pt x="138483" y="1"/>
                  <a:pt x="136508" y="3375"/>
                  <a:pt x="135900" y="7174"/>
                </a:cubicBezTo>
                <a:cubicBezTo>
                  <a:pt x="135322" y="10974"/>
                  <a:pt x="135140" y="9515"/>
                  <a:pt x="134866" y="12402"/>
                </a:cubicBezTo>
                <a:cubicBezTo>
                  <a:pt x="134562" y="15290"/>
                  <a:pt x="134380" y="19332"/>
                  <a:pt x="134380" y="19332"/>
                </a:cubicBezTo>
                <a:cubicBezTo>
                  <a:pt x="134380" y="19332"/>
                  <a:pt x="132860" y="15320"/>
                  <a:pt x="132586" y="14834"/>
                </a:cubicBezTo>
                <a:cubicBezTo>
                  <a:pt x="132283" y="14348"/>
                  <a:pt x="132586" y="9819"/>
                  <a:pt x="132586" y="9819"/>
                </a:cubicBezTo>
                <a:cubicBezTo>
                  <a:pt x="132586" y="9819"/>
                  <a:pt x="132860" y="3557"/>
                  <a:pt x="132465" y="2676"/>
                </a:cubicBezTo>
                <a:cubicBezTo>
                  <a:pt x="132009" y="1855"/>
                  <a:pt x="131614" y="4195"/>
                  <a:pt x="131614" y="4195"/>
                </a:cubicBezTo>
                <a:cubicBezTo>
                  <a:pt x="131614" y="4195"/>
                  <a:pt x="131310" y="8177"/>
                  <a:pt x="129912" y="9971"/>
                </a:cubicBezTo>
                <a:cubicBezTo>
                  <a:pt x="128513" y="11764"/>
                  <a:pt x="128787" y="15351"/>
                  <a:pt x="128787" y="15351"/>
                </a:cubicBezTo>
                <a:lnTo>
                  <a:pt x="127723" y="19363"/>
                </a:lnTo>
                <a:lnTo>
                  <a:pt x="127723" y="21825"/>
                </a:lnTo>
                <a:cubicBezTo>
                  <a:pt x="127723" y="21825"/>
                  <a:pt x="127146" y="17630"/>
                  <a:pt x="126386" y="15928"/>
                </a:cubicBezTo>
                <a:cubicBezTo>
                  <a:pt x="125626" y="14226"/>
                  <a:pt x="125626" y="9940"/>
                  <a:pt x="125626" y="9940"/>
                </a:cubicBezTo>
                <a:cubicBezTo>
                  <a:pt x="125626" y="9940"/>
                  <a:pt x="124775" y="10883"/>
                  <a:pt x="124562" y="12585"/>
                </a:cubicBezTo>
                <a:cubicBezTo>
                  <a:pt x="124319" y="14287"/>
                  <a:pt x="124562" y="17144"/>
                  <a:pt x="124562" y="17144"/>
                </a:cubicBezTo>
                <a:cubicBezTo>
                  <a:pt x="124562" y="17144"/>
                  <a:pt x="123042" y="19363"/>
                  <a:pt x="123042" y="20123"/>
                </a:cubicBezTo>
                <a:cubicBezTo>
                  <a:pt x="123042" y="20123"/>
                  <a:pt x="122738" y="16688"/>
                  <a:pt x="122282" y="16354"/>
                </a:cubicBezTo>
                <a:cubicBezTo>
                  <a:pt x="121826" y="16019"/>
                  <a:pt x="121887" y="17722"/>
                  <a:pt x="121431" y="17722"/>
                </a:cubicBezTo>
                <a:cubicBezTo>
                  <a:pt x="120975" y="17722"/>
                  <a:pt x="119152" y="12220"/>
                  <a:pt x="119152" y="12220"/>
                </a:cubicBezTo>
                <a:lnTo>
                  <a:pt x="118696" y="10305"/>
                </a:lnTo>
                <a:cubicBezTo>
                  <a:pt x="118696" y="10305"/>
                  <a:pt x="118908" y="10518"/>
                  <a:pt x="118696" y="13041"/>
                </a:cubicBezTo>
                <a:cubicBezTo>
                  <a:pt x="118513" y="15594"/>
                  <a:pt x="118696" y="17904"/>
                  <a:pt x="118696" y="17904"/>
                </a:cubicBezTo>
                <a:lnTo>
                  <a:pt x="117176" y="16840"/>
                </a:lnTo>
                <a:cubicBezTo>
                  <a:pt x="117176" y="16840"/>
                  <a:pt x="116872" y="12737"/>
                  <a:pt x="116416" y="12493"/>
                </a:cubicBezTo>
                <a:cubicBezTo>
                  <a:pt x="115960" y="12220"/>
                  <a:pt x="115960" y="15077"/>
                  <a:pt x="115747" y="15533"/>
                </a:cubicBezTo>
                <a:cubicBezTo>
                  <a:pt x="115504" y="15959"/>
                  <a:pt x="114410" y="16354"/>
                  <a:pt x="114288" y="19515"/>
                </a:cubicBezTo>
                <a:cubicBezTo>
                  <a:pt x="114197" y="22676"/>
                  <a:pt x="113620" y="24074"/>
                  <a:pt x="113620" y="24074"/>
                </a:cubicBezTo>
                <a:cubicBezTo>
                  <a:pt x="113620" y="24074"/>
                  <a:pt x="111917" y="22554"/>
                  <a:pt x="111644" y="25016"/>
                </a:cubicBezTo>
                <a:cubicBezTo>
                  <a:pt x="111370" y="27479"/>
                  <a:pt x="108969" y="26354"/>
                  <a:pt x="108969" y="26354"/>
                </a:cubicBezTo>
                <a:cubicBezTo>
                  <a:pt x="108969" y="26354"/>
                  <a:pt x="107905" y="28694"/>
                  <a:pt x="107084" y="27782"/>
                </a:cubicBezTo>
                <a:cubicBezTo>
                  <a:pt x="106233" y="26871"/>
                  <a:pt x="104227" y="30001"/>
                  <a:pt x="103589" y="28846"/>
                </a:cubicBezTo>
                <a:cubicBezTo>
                  <a:pt x="102951" y="27722"/>
                  <a:pt x="103771" y="26779"/>
                  <a:pt x="103589" y="25260"/>
                </a:cubicBezTo>
                <a:cubicBezTo>
                  <a:pt x="103407" y="23740"/>
                  <a:pt x="103011" y="22889"/>
                  <a:pt x="102829" y="21825"/>
                </a:cubicBezTo>
                <a:cubicBezTo>
                  <a:pt x="102647" y="20761"/>
                  <a:pt x="102829" y="17083"/>
                  <a:pt x="102829" y="17083"/>
                </a:cubicBezTo>
                <a:cubicBezTo>
                  <a:pt x="102829" y="17083"/>
                  <a:pt x="101492" y="16384"/>
                  <a:pt x="101492" y="18603"/>
                </a:cubicBezTo>
                <a:cubicBezTo>
                  <a:pt x="101492" y="20791"/>
                  <a:pt x="101583" y="22311"/>
                  <a:pt x="100732" y="23983"/>
                </a:cubicBezTo>
                <a:cubicBezTo>
                  <a:pt x="99911" y="25655"/>
                  <a:pt x="99303" y="26840"/>
                  <a:pt x="99303" y="26840"/>
                </a:cubicBezTo>
                <a:cubicBezTo>
                  <a:pt x="99303" y="26840"/>
                  <a:pt x="99212" y="25260"/>
                  <a:pt x="99303" y="23436"/>
                </a:cubicBezTo>
                <a:cubicBezTo>
                  <a:pt x="99364" y="21612"/>
                  <a:pt x="99790" y="19545"/>
                  <a:pt x="99242" y="19545"/>
                </a:cubicBezTo>
                <a:cubicBezTo>
                  <a:pt x="98726" y="19545"/>
                  <a:pt x="98726" y="19940"/>
                  <a:pt x="98452" y="21764"/>
                </a:cubicBezTo>
                <a:cubicBezTo>
                  <a:pt x="98179" y="23588"/>
                  <a:pt x="97024" y="27144"/>
                  <a:pt x="97024" y="27144"/>
                </a:cubicBezTo>
                <a:cubicBezTo>
                  <a:pt x="97024" y="27144"/>
                  <a:pt x="96628" y="25320"/>
                  <a:pt x="96446" y="23740"/>
                </a:cubicBezTo>
                <a:cubicBezTo>
                  <a:pt x="96264" y="22129"/>
                  <a:pt x="96446" y="21156"/>
                  <a:pt x="96446" y="21156"/>
                </a:cubicBezTo>
                <a:cubicBezTo>
                  <a:pt x="96446" y="21156"/>
                  <a:pt x="94987" y="21217"/>
                  <a:pt x="94987" y="22372"/>
                </a:cubicBezTo>
                <a:cubicBezTo>
                  <a:pt x="94987" y="23497"/>
                  <a:pt x="94166" y="26597"/>
                  <a:pt x="94166" y="26597"/>
                </a:cubicBezTo>
                <a:lnTo>
                  <a:pt x="93589" y="28694"/>
                </a:lnTo>
                <a:cubicBezTo>
                  <a:pt x="93589" y="28694"/>
                  <a:pt x="92464" y="26597"/>
                  <a:pt x="92768" y="25199"/>
                </a:cubicBezTo>
                <a:cubicBezTo>
                  <a:pt x="93072" y="23801"/>
                  <a:pt x="92707" y="19819"/>
                  <a:pt x="92707" y="19819"/>
                </a:cubicBezTo>
                <a:cubicBezTo>
                  <a:pt x="92707" y="19819"/>
                  <a:pt x="91552" y="20579"/>
                  <a:pt x="91552" y="22098"/>
                </a:cubicBezTo>
                <a:cubicBezTo>
                  <a:pt x="91552" y="23618"/>
                  <a:pt x="91856" y="25320"/>
                  <a:pt x="91552" y="25898"/>
                </a:cubicBezTo>
                <a:cubicBezTo>
                  <a:pt x="91248" y="26475"/>
                  <a:pt x="90397" y="27327"/>
                  <a:pt x="90397" y="27874"/>
                </a:cubicBezTo>
                <a:lnTo>
                  <a:pt x="90397" y="29971"/>
                </a:lnTo>
                <a:cubicBezTo>
                  <a:pt x="90397" y="29971"/>
                  <a:pt x="87449" y="31400"/>
                  <a:pt x="87449" y="31673"/>
                </a:cubicBezTo>
                <a:cubicBezTo>
                  <a:pt x="87449" y="31916"/>
                  <a:pt x="86750" y="33497"/>
                  <a:pt x="86750" y="33497"/>
                </a:cubicBezTo>
                <a:cubicBezTo>
                  <a:pt x="86750" y="33497"/>
                  <a:pt x="84166" y="33193"/>
                  <a:pt x="83710" y="32159"/>
                </a:cubicBezTo>
                <a:cubicBezTo>
                  <a:pt x="83254" y="31126"/>
                  <a:pt x="81886" y="27691"/>
                  <a:pt x="81886" y="27691"/>
                </a:cubicBezTo>
                <a:cubicBezTo>
                  <a:pt x="81886" y="27691"/>
                  <a:pt x="81826" y="28755"/>
                  <a:pt x="81431" y="29758"/>
                </a:cubicBezTo>
                <a:cubicBezTo>
                  <a:pt x="81066" y="30792"/>
                  <a:pt x="81248" y="31855"/>
                  <a:pt x="80762" y="33497"/>
                </a:cubicBezTo>
                <a:cubicBezTo>
                  <a:pt x="80245" y="35138"/>
                  <a:pt x="80002" y="35381"/>
                  <a:pt x="79607" y="34925"/>
                </a:cubicBezTo>
                <a:cubicBezTo>
                  <a:pt x="79242" y="34469"/>
                  <a:pt x="78087" y="33345"/>
                  <a:pt x="78482" y="31703"/>
                </a:cubicBezTo>
                <a:cubicBezTo>
                  <a:pt x="78847" y="30062"/>
                  <a:pt x="78391" y="31035"/>
                  <a:pt x="78026" y="28360"/>
                </a:cubicBezTo>
                <a:cubicBezTo>
                  <a:pt x="77631" y="25716"/>
                  <a:pt x="77479" y="24044"/>
                  <a:pt x="77479" y="24044"/>
                </a:cubicBezTo>
                <a:cubicBezTo>
                  <a:pt x="77479" y="24044"/>
                  <a:pt x="76263" y="25472"/>
                  <a:pt x="75899" y="27843"/>
                </a:cubicBezTo>
                <a:cubicBezTo>
                  <a:pt x="75503" y="30184"/>
                  <a:pt x="76719" y="30883"/>
                  <a:pt x="75899" y="32311"/>
                </a:cubicBezTo>
                <a:cubicBezTo>
                  <a:pt x="75047" y="33770"/>
                  <a:pt x="74288" y="34439"/>
                  <a:pt x="74288" y="35290"/>
                </a:cubicBezTo>
                <a:cubicBezTo>
                  <a:pt x="74288" y="36111"/>
                  <a:pt x="73923" y="37175"/>
                  <a:pt x="73710" y="36688"/>
                </a:cubicBezTo>
                <a:cubicBezTo>
                  <a:pt x="73528" y="36202"/>
                  <a:pt x="73345" y="33710"/>
                  <a:pt x="72494" y="32889"/>
                </a:cubicBezTo>
                <a:cubicBezTo>
                  <a:pt x="71674" y="32038"/>
                  <a:pt x="72129" y="34591"/>
                  <a:pt x="71825" y="34865"/>
                </a:cubicBezTo>
                <a:cubicBezTo>
                  <a:pt x="71522" y="35138"/>
                  <a:pt x="70306" y="36293"/>
                  <a:pt x="70306" y="36293"/>
                </a:cubicBezTo>
                <a:cubicBezTo>
                  <a:pt x="70306" y="36293"/>
                  <a:pt x="70670" y="34469"/>
                  <a:pt x="70306" y="33254"/>
                </a:cubicBezTo>
                <a:cubicBezTo>
                  <a:pt x="69911" y="32038"/>
                  <a:pt x="70366" y="29454"/>
                  <a:pt x="70306" y="28998"/>
                </a:cubicBezTo>
                <a:cubicBezTo>
                  <a:pt x="70215" y="28542"/>
                  <a:pt x="69394" y="26810"/>
                  <a:pt x="69394" y="26810"/>
                </a:cubicBezTo>
                <a:cubicBezTo>
                  <a:pt x="69394" y="26810"/>
                  <a:pt x="68360" y="28998"/>
                  <a:pt x="68056" y="30032"/>
                </a:cubicBezTo>
                <a:cubicBezTo>
                  <a:pt x="67752" y="31065"/>
                  <a:pt x="66689" y="30032"/>
                  <a:pt x="66719" y="31855"/>
                </a:cubicBezTo>
                <a:cubicBezTo>
                  <a:pt x="66780" y="33679"/>
                  <a:pt x="66202" y="36415"/>
                  <a:pt x="65807" y="36354"/>
                </a:cubicBezTo>
                <a:cubicBezTo>
                  <a:pt x="65442" y="36263"/>
                  <a:pt x="65017" y="34074"/>
                  <a:pt x="65047" y="33618"/>
                </a:cubicBezTo>
                <a:cubicBezTo>
                  <a:pt x="65047" y="33162"/>
                  <a:pt x="65716" y="32555"/>
                  <a:pt x="65047" y="30366"/>
                </a:cubicBezTo>
                <a:cubicBezTo>
                  <a:pt x="64409" y="28178"/>
                  <a:pt x="63619" y="26871"/>
                  <a:pt x="63619" y="26506"/>
                </a:cubicBezTo>
                <a:lnTo>
                  <a:pt x="63619" y="27934"/>
                </a:lnTo>
                <a:cubicBezTo>
                  <a:pt x="63619" y="28238"/>
                  <a:pt x="63436" y="31734"/>
                  <a:pt x="63315" y="32038"/>
                </a:cubicBezTo>
                <a:cubicBezTo>
                  <a:pt x="63193" y="32342"/>
                  <a:pt x="62889" y="32251"/>
                  <a:pt x="62403" y="35381"/>
                </a:cubicBezTo>
                <a:cubicBezTo>
                  <a:pt x="61916" y="38542"/>
                  <a:pt x="61248" y="38725"/>
                  <a:pt x="61065" y="38725"/>
                </a:cubicBezTo>
                <a:cubicBezTo>
                  <a:pt x="60883" y="38725"/>
                  <a:pt x="60609" y="33618"/>
                  <a:pt x="60609" y="33618"/>
                </a:cubicBezTo>
                <a:lnTo>
                  <a:pt x="59485" y="31035"/>
                </a:lnTo>
                <a:cubicBezTo>
                  <a:pt x="59485" y="31035"/>
                  <a:pt x="58877" y="36141"/>
                  <a:pt x="57874" y="36141"/>
                </a:cubicBezTo>
                <a:cubicBezTo>
                  <a:pt x="56901" y="36141"/>
                  <a:pt x="55746" y="34166"/>
                  <a:pt x="55716" y="33801"/>
                </a:cubicBezTo>
                <a:cubicBezTo>
                  <a:pt x="55685" y="33406"/>
                  <a:pt x="53406" y="31065"/>
                  <a:pt x="53193" y="29241"/>
                </a:cubicBezTo>
                <a:cubicBezTo>
                  <a:pt x="53011" y="27418"/>
                  <a:pt x="52737" y="26567"/>
                  <a:pt x="52737" y="26567"/>
                </a:cubicBezTo>
                <a:cubicBezTo>
                  <a:pt x="52737" y="26567"/>
                  <a:pt x="50883" y="29819"/>
                  <a:pt x="51035" y="31703"/>
                </a:cubicBezTo>
                <a:cubicBezTo>
                  <a:pt x="51187" y="33618"/>
                  <a:pt x="50245" y="36962"/>
                  <a:pt x="50245" y="36962"/>
                </a:cubicBezTo>
                <a:cubicBezTo>
                  <a:pt x="50245" y="36962"/>
                  <a:pt x="47874" y="35138"/>
                  <a:pt x="47114" y="32585"/>
                </a:cubicBezTo>
                <a:cubicBezTo>
                  <a:pt x="46354" y="30001"/>
                  <a:pt x="45138" y="26810"/>
                  <a:pt x="45138" y="26810"/>
                </a:cubicBezTo>
                <a:cubicBezTo>
                  <a:pt x="45138" y="26810"/>
                  <a:pt x="43314" y="32433"/>
                  <a:pt x="43831" y="33345"/>
                </a:cubicBezTo>
                <a:cubicBezTo>
                  <a:pt x="44317" y="34287"/>
                  <a:pt x="40700" y="35989"/>
                  <a:pt x="41095" y="37144"/>
                </a:cubicBezTo>
                <a:cubicBezTo>
                  <a:pt x="41460" y="38269"/>
                  <a:pt x="37813" y="38786"/>
                  <a:pt x="37813" y="38786"/>
                </a:cubicBezTo>
                <a:lnTo>
                  <a:pt x="35776" y="36293"/>
                </a:lnTo>
                <a:lnTo>
                  <a:pt x="34165" y="31734"/>
                </a:lnTo>
                <a:cubicBezTo>
                  <a:pt x="34165" y="31734"/>
                  <a:pt x="32889" y="35746"/>
                  <a:pt x="32341" y="36992"/>
                </a:cubicBezTo>
                <a:cubicBezTo>
                  <a:pt x="31825" y="38239"/>
                  <a:pt x="30670" y="40488"/>
                  <a:pt x="30670" y="40488"/>
                </a:cubicBezTo>
                <a:lnTo>
                  <a:pt x="27964" y="36688"/>
                </a:lnTo>
                <a:lnTo>
                  <a:pt x="26354" y="33558"/>
                </a:lnTo>
                <a:cubicBezTo>
                  <a:pt x="26354" y="33558"/>
                  <a:pt x="25138" y="37448"/>
                  <a:pt x="25320" y="38330"/>
                </a:cubicBezTo>
                <a:cubicBezTo>
                  <a:pt x="25502" y="39150"/>
                  <a:pt x="24378" y="40093"/>
                  <a:pt x="24378" y="40397"/>
                </a:cubicBezTo>
                <a:cubicBezTo>
                  <a:pt x="24378" y="40701"/>
                  <a:pt x="23040" y="40001"/>
                  <a:pt x="23040" y="40001"/>
                </a:cubicBezTo>
                <a:lnTo>
                  <a:pt x="23040" y="36141"/>
                </a:lnTo>
                <a:lnTo>
                  <a:pt x="21825" y="32646"/>
                </a:lnTo>
                <a:cubicBezTo>
                  <a:pt x="21825" y="32646"/>
                  <a:pt x="20943" y="35898"/>
                  <a:pt x="21095" y="36141"/>
                </a:cubicBezTo>
                <a:cubicBezTo>
                  <a:pt x="21247" y="36445"/>
                  <a:pt x="20578" y="38816"/>
                  <a:pt x="20578" y="38816"/>
                </a:cubicBezTo>
                <a:lnTo>
                  <a:pt x="17995" y="40001"/>
                </a:lnTo>
                <a:lnTo>
                  <a:pt x="16201" y="42342"/>
                </a:lnTo>
                <a:cubicBezTo>
                  <a:pt x="16201" y="42342"/>
                  <a:pt x="15897" y="40153"/>
                  <a:pt x="15502" y="38360"/>
                </a:cubicBezTo>
                <a:cubicBezTo>
                  <a:pt x="15137" y="36567"/>
                  <a:pt x="15502" y="34378"/>
                  <a:pt x="15502" y="34378"/>
                </a:cubicBezTo>
                <a:cubicBezTo>
                  <a:pt x="15502" y="34378"/>
                  <a:pt x="13800" y="36111"/>
                  <a:pt x="14286" y="39454"/>
                </a:cubicBezTo>
                <a:cubicBezTo>
                  <a:pt x="14803" y="42798"/>
                  <a:pt x="14499" y="44561"/>
                  <a:pt x="13830" y="45321"/>
                </a:cubicBezTo>
                <a:cubicBezTo>
                  <a:pt x="13162" y="46020"/>
                  <a:pt x="12007" y="45017"/>
                  <a:pt x="11642" y="47296"/>
                </a:cubicBezTo>
                <a:cubicBezTo>
                  <a:pt x="11247" y="49576"/>
                  <a:pt x="9423" y="51005"/>
                  <a:pt x="9058" y="51278"/>
                </a:cubicBezTo>
                <a:cubicBezTo>
                  <a:pt x="8663" y="51552"/>
                  <a:pt x="4195" y="54014"/>
                  <a:pt x="4195" y="54318"/>
                </a:cubicBezTo>
                <a:cubicBezTo>
                  <a:pt x="4195" y="54622"/>
                  <a:pt x="0" y="58117"/>
                  <a:pt x="0" y="58117"/>
                </a:cubicBezTo>
                <a:lnTo>
                  <a:pt x="188971" y="5811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9" name="Google Shape;179;p33"/>
          <p:cNvSpPr/>
          <p:nvPr/>
        </p:nvSpPr>
        <p:spPr>
          <a:xfrm>
            <a:off x="-348802" y="2084026"/>
            <a:ext cx="1252230" cy="316124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0"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4"/>
          <p:cNvSpPr txBox="1"/>
          <p:nvPr>
            <p:ph type="title"/>
          </p:nvPr>
        </p:nvSpPr>
        <p:spPr>
          <a:xfrm>
            <a:off x="713225" y="604888"/>
            <a:ext cx="4831800" cy="106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 sz="63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82" name="Google Shape;182;p34"/>
          <p:cNvSpPr txBox="1"/>
          <p:nvPr>
            <p:ph type="subTitle" idx="1"/>
          </p:nvPr>
        </p:nvSpPr>
        <p:spPr>
          <a:xfrm>
            <a:off x="713225" y="1533163"/>
            <a:ext cx="2987700" cy="1067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83" name="Google Shape;183;p34"/>
          <p:cNvSpPr txBox="1"/>
          <p:nvPr/>
        </p:nvSpPr>
        <p:spPr>
          <a:xfrm>
            <a:off x="713225" y="3367688"/>
            <a:ext cx="3971400" cy="6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</a:t>
            </a:r>
            <a:r>
              <a:rPr lang="en-GB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This presentation template was created by </a:t>
            </a:r>
            <a:r>
              <a:rPr lang="en-GB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2"/>
              </a:rPr>
              <a:t>Slidesgo</a:t>
            </a:r>
            <a:r>
              <a:rPr lang="en-GB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and includes icons by </a:t>
            </a:r>
            <a:r>
              <a:rPr lang="en-GB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/>
              </a:rPr>
              <a:t>Flaticon</a:t>
            </a:r>
            <a:r>
              <a:rPr lang="en-GB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and infographics &amp; images by </a:t>
            </a:r>
            <a:r>
              <a:rPr lang="en-GB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4"/>
              </a:rPr>
              <a:t>Freepik</a:t>
            </a:r>
            <a:r>
              <a:rPr lang="en-GB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1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4" name="Google Shape;184;p34"/>
          <p:cNvSpPr/>
          <p:nvPr/>
        </p:nvSpPr>
        <p:spPr>
          <a:xfrm>
            <a:off x="6422483" y="346174"/>
            <a:ext cx="2721515" cy="485696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1"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5"/>
          <p:cNvSpPr/>
          <p:nvPr/>
        </p:nvSpPr>
        <p:spPr>
          <a:xfrm flipH="1">
            <a:off x="412462" y="1296354"/>
            <a:ext cx="3721783" cy="664184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7" name="Google Shape;187;p35"/>
          <p:cNvSpPr/>
          <p:nvPr/>
        </p:nvSpPr>
        <p:spPr>
          <a:xfrm flipH="1">
            <a:off x="2" y="1556425"/>
            <a:ext cx="4624538" cy="3921753"/>
          </a:xfrm>
          <a:custGeom>
            <a:avLst/>
            <a:gdLst/>
            <a:ahLst/>
            <a:cxnLst/>
            <a:rect l="l" t="t" r="r" b="b"/>
            <a:pathLst>
              <a:path w="276298" h="95443" extrusionOk="0">
                <a:moveTo>
                  <a:pt x="276298" y="0"/>
                </a:moveTo>
                <a:lnTo>
                  <a:pt x="272833" y="2341"/>
                </a:lnTo>
                <a:lnTo>
                  <a:pt x="266054" y="6596"/>
                </a:lnTo>
                <a:lnTo>
                  <a:pt x="255051" y="12250"/>
                </a:lnTo>
                <a:lnTo>
                  <a:pt x="246145" y="18207"/>
                </a:lnTo>
                <a:lnTo>
                  <a:pt x="235628" y="16961"/>
                </a:lnTo>
                <a:lnTo>
                  <a:pt x="226783" y="18450"/>
                </a:lnTo>
                <a:lnTo>
                  <a:pt x="219579" y="24712"/>
                </a:lnTo>
                <a:lnTo>
                  <a:pt x="200369" y="35502"/>
                </a:lnTo>
                <a:lnTo>
                  <a:pt x="178454" y="35715"/>
                </a:lnTo>
                <a:lnTo>
                  <a:pt x="170429" y="34469"/>
                </a:lnTo>
                <a:lnTo>
                  <a:pt x="155384" y="25381"/>
                </a:lnTo>
                <a:lnTo>
                  <a:pt x="144411" y="24165"/>
                </a:lnTo>
                <a:lnTo>
                  <a:pt x="133620" y="17569"/>
                </a:lnTo>
                <a:lnTo>
                  <a:pt x="125292" y="19271"/>
                </a:lnTo>
                <a:lnTo>
                  <a:pt x="117875" y="23344"/>
                </a:lnTo>
                <a:lnTo>
                  <a:pt x="93802" y="40123"/>
                </a:lnTo>
                <a:lnTo>
                  <a:pt x="62160" y="47995"/>
                </a:lnTo>
                <a:lnTo>
                  <a:pt x="51218" y="54652"/>
                </a:lnTo>
                <a:lnTo>
                  <a:pt x="38786" y="56202"/>
                </a:lnTo>
                <a:lnTo>
                  <a:pt x="26202" y="60305"/>
                </a:lnTo>
                <a:lnTo>
                  <a:pt x="7053" y="73801"/>
                </a:lnTo>
                <a:lnTo>
                  <a:pt x="1" y="76050"/>
                </a:lnTo>
                <a:lnTo>
                  <a:pt x="1" y="91035"/>
                </a:lnTo>
                <a:lnTo>
                  <a:pt x="126052" y="88603"/>
                </a:lnTo>
                <a:lnTo>
                  <a:pt x="255325" y="95199"/>
                </a:lnTo>
                <a:lnTo>
                  <a:pt x="276298" y="9544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8" name="Google Shape;188;p35"/>
          <p:cNvSpPr/>
          <p:nvPr/>
        </p:nvSpPr>
        <p:spPr>
          <a:xfrm flipH="1">
            <a:off x="-200925" y="3134500"/>
            <a:ext cx="7387700" cy="2695154"/>
          </a:xfrm>
          <a:custGeom>
            <a:avLst/>
            <a:gdLst/>
            <a:ahLst/>
            <a:cxnLst/>
            <a:rect l="l" t="t" r="r" b="b"/>
            <a:pathLst>
              <a:path w="295508" h="77844" extrusionOk="0">
                <a:moveTo>
                  <a:pt x="1" y="65989"/>
                </a:moveTo>
                <a:cubicBezTo>
                  <a:pt x="1" y="65989"/>
                  <a:pt x="62738" y="47630"/>
                  <a:pt x="63102" y="47357"/>
                </a:cubicBezTo>
                <a:cubicBezTo>
                  <a:pt x="63498" y="47113"/>
                  <a:pt x="66902" y="47478"/>
                  <a:pt x="68057" y="47357"/>
                </a:cubicBezTo>
                <a:cubicBezTo>
                  <a:pt x="69182" y="47265"/>
                  <a:pt x="78422" y="42797"/>
                  <a:pt x="78939" y="42554"/>
                </a:cubicBezTo>
                <a:cubicBezTo>
                  <a:pt x="79455" y="42280"/>
                  <a:pt x="82373" y="42645"/>
                  <a:pt x="84653" y="44439"/>
                </a:cubicBezTo>
                <a:cubicBezTo>
                  <a:pt x="86933" y="46232"/>
                  <a:pt x="87814" y="43679"/>
                  <a:pt x="88179" y="44074"/>
                </a:cubicBezTo>
                <a:cubicBezTo>
                  <a:pt x="88574" y="44439"/>
                  <a:pt x="92100" y="48360"/>
                  <a:pt x="92373" y="47873"/>
                </a:cubicBezTo>
                <a:cubicBezTo>
                  <a:pt x="92617" y="47357"/>
                  <a:pt x="94380" y="48116"/>
                  <a:pt x="95140" y="47873"/>
                </a:cubicBezTo>
                <a:cubicBezTo>
                  <a:pt x="95899" y="47600"/>
                  <a:pt x="101340" y="44317"/>
                  <a:pt x="104137" y="42919"/>
                </a:cubicBezTo>
                <a:cubicBezTo>
                  <a:pt x="106903" y="41521"/>
                  <a:pt x="109182" y="42037"/>
                  <a:pt x="114289" y="41399"/>
                </a:cubicBezTo>
                <a:cubicBezTo>
                  <a:pt x="119334" y="40761"/>
                  <a:pt x="126812" y="38238"/>
                  <a:pt x="128088" y="37873"/>
                </a:cubicBezTo>
                <a:cubicBezTo>
                  <a:pt x="129335" y="37478"/>
                  <a:pt x="133894" y="39666"/>
                  <a:pt x="137754" y="40274"/>
                </a:cubicBezTo>
                <a:cubicBezTo>
                  <a:pt x="141615" y="40913"/>
                  <a:pt x="143043" y="39119"/>
                  <a:pt x="144958" y="39241"/>
                </a:cubicBezTo>
                <a:cubicBezTo>
                  <a:pt x="149122" y="39514"/>
                  <a:pt x="154442" y="37721"/>
                  <a:pt x="155901" y="37235"/>
                </a:cubicBezTo>
                <a:cubicBezTo>
                  <a:pt x="157329" y="36718"/>
                  <a:pt x="171949" y="32919"/>
                  <a:pt x="171949" y="32919"/>
                </a:cubicBezTo>
                <a:lnTo>
                  <a:pt x="213196" y="8602"/>
                </a:lnTo>
                <a:lnTo>
                  <a:pt x="221798" y="1064"/>
                </a:lnTo>
                <a:cubicBezTo>
                  <a:pt x="221798" y="1064"/>
                  <a:pt x="229914" y="3040"/>
                  <a:pt x="233714" y="1520"/>
                </a:cubicBezTo>
                <a:cubicBezTo>
                  <a:pt x="237513" y="0"/>
                  <a:pt x="243075" y="2766"/>
                  <a:pt x="243075" y="2766"/>
                </a:cubicBezTo>
                <a:cubicBezTo>
                  <a:pt x="243075" y="2766"/>
                  <a:pt x="254231" y="5532"/>
                  <a:pt x="259033" y="7052"/>
                </a:cubicBezTo>
                <a:cubicBezTo>
                  <a:pt x="263866" y="8572"/>
                  <a:pt x="271708" y="15137"/>
                  <a:pt x="271708" y="15137"/>
                </a:cubicBezTo>
                <a:lnTo>
                  <a:pt x="281830" y="20092"/>
                </a:lnTo>
                <a:lnTo>
                  <a:pt x="295508" y="20092"/>
                </a:lnTo>
                <a:lnTo>
                  <a:pt x="295508" y="77843"/>
                </a:lnTo>
                <a:lnTo>
                  <a:pt x="1" y="7784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9" name="Google Shape;189;p35"/>
          <p:cNvSpPr/>
          <p:nvPr/>
        </p:nvSpPr>
        <p:spPr>
          <a:xfrm flipH="1">
            <a:off x="-705403" y="4236375"/>
            <a:ext cx="10192527" cy="1452950"/>
          </a:xfrm>
          <a:custGeom>
            <a:avLst/>
            <a:gdLst/>
            <a:ahLst/>
            <a:cxnLst/>
            <a:rect l="l" t="t" r="r" b="b"/>
            <a:pathLst>
              <a:path w="190035" h="58118" extrusionOk="0">
                <a:moveTo>
                  <a:pt x="190034" y="32859"/>
                </a:moveTo>
                <a:cubicBezTo>
                  <a:pt x="190034" y="32859"/>
                  <a:pt x="185171" y="29819"/>
                  <a:pt x="184715" y="28208"/>
                </a:cubicBezTo>
                <a:cubicBezTo>
                  <a:pt x="184259" y="26627"/>
                  <a:pt x="185019" y="25108"/>
                  <a:pt x="184715" y="23345"/>
                </a:cubicBezTo>
                <a:cubicBezTo>
                  <a:pt x="184411" y="21612"/>
                  <a:pt x="184563" y="19363"/>
                  <a:pt x="184563" y="19363"/>
                </a:cubicBezTo>
                <a:lnTo>
                  <a:pt x="183560" y="14408"/>
                </a:lnTo>
                <a:cubicBezTo>
                  <a:pt x="183560" y="14408"/>
                  <a:pt x="183499" y="16141"/>
                  <a:pt x="182739" y="18147"/>
                </a:cubicBezTo>
                <a:cubicBezTo>
                  <a:pt x="181980" y="20153"/>
                  <a:pt x="181128" y="22402"/>
                  <a:pt x="181524" y="23649"/>
                </a:cubicBezTo>
                <a:cubicBezTo>
                  <a:pt x="181888" y="24895"/>
                  <a:pt x="181037" y="26688"/>
                  <a:pt x="181037" y="26688"/>
                </a:cubicBezTo>
                <a:cubicBezTo>
                  <a:pt x="181037" y="26688"/>
                  <a:pt x="181432" y="30488"/>
                  <a:pt x="180581" y="29728"/>
                </a:cubicBezTo>
                <a:cubicBezTo>
                  <a:pt x="179761" y="28968"/>
                  <a:pt x="179153" y="26992"/>
                  <a:pt x="179153" y="26992"/>
                </a:cubicBezTo>
                <a:cubicBezTo>
                  <a:pt x="179153" y="26992"/>
                  <a:pt x="179821" y="29971"/>
                  <a:pt x="178575" y="29272"/>
                </a:cubicBezTo>
                <a:cubicBezTo>
                  <a:pt x="177329" y="28603"/>
                  <a:pt x="176691" y="26627"/>
                  <a:pt x="176691" y="26627"/>
                </a:cubicBezTo>
                <a:cubicBezTo>
                  <a:pt x="176691" y="26627"/>
                  <a:pt x="175627" y="28512"/>
                  <a:pt x="175171" y="28147"/>
                </a:cubicBezTo>
                <a:cubicBezTo>
                  <a:pt x="174715" y="27752"/>
                  <a:pt x="172891" y="28147"/>
                  <a:pt x="172314" y="26931"/>
                </a:cubicBezTo>
                <a:cubicBezTo>
                  <a:pt x="171736" y="25716"/>
                  <a:pt x="170794" y="22281"/>
                  <a:pt x="169639" y="21308"/>
                </a:cubicBezTo>
                <a:cubicBezTo>
                  <a:pt x="168514" y="20305"/>
                  <a:pt x="168119" y="17874"/>
                  <a:pt x="167450" y="17874"/>
                </a:cubicBezTo>
                <a:cubicBezTo>
                  <a:pt x="166782" y="17874"/>
                  <a:pt x="166599" y="22068"/>
                  <a:pt x="166113" y="22889"/>
                </a:cubicBezTo>
                <a:cubicBezTo>
                  <a:pt x="165627" y="23740"/>
                  <a:pt x="164988" y="25868"/>
                  <a:pt x="164988" y="25868"/>
                </a:cubicBezTo>
                <a:cubicBezTo>
                  <a:pt x="164988" y="25868"/>
                  <a:pt x="164228" y="23284"/>
                  <a:pt x="163772" y="21855"/>
                </a:cubicBezTo>
                <a:cubicBezTo>
                  <a:pt x="163317" y="20457"/>
                  <a:pt x="163013" y="19880"/>
                  <a:pt x="162617" y="18147"/>
                </a:cubicBezTo>
                <a:cubicBezTo>
                  <a:pt x="162253" y="16384"/>
                  <a:pt x="161554" y="15685"/>
                  <a:pt x="161554" y="15685"/>
                </a:cubicBezTo>
                <a:cubicBezTo>
                  <a:pt x="161554" y="15685"/>
                  <a:pt x="161006" y="17205"/>
                  <a:pt x="160885" y="18329"/>
                </a:cubicBezTo>
                <a:cubicBezTo>
                  <a:pt x="160763" y="19484"/>
                  <a:pt x="160885" y="22706"/>
                  <a:pt x="160885" y="22706"/>
                </a:cubicBezTo>
                <a:lnTo>
                  <a:pt x="160855" y="24804"/>
                </a:lnTo>
                <a:cubicBezTo>
                  <a:pt x="160855" y="24804"/>
                  <a:pt x="157845" y="22524"/>
                  <a:pt x="157754" y="20032"/>
                </a:cubicBezTo>
                <a:cubicBezTo>
                  <a:pt x="157693" y="17570"/>
                  <a:pt x="156630" y="17205"/>
                  <a:pt x="156630" y="17205"/>
                </a:cubicBezTo>
                <a:cubicBezTo>
                  <a:pt x="156630" y="17205"/>
                  <a:pt x="155566" y="15685"/>
                  <a:pt x="155019" y="14986"/>
                </a:cubicBezTo>
                <a:cubicBezTo>
                  <a:pt x="154502" y="14317"/>
                  <a:pt x="154715" y="8846"/>
                  <a:pt x="154198" y="8086"/>
                </a:cubicBezTo>
                <a:cubicBezTo>
                  <a:pt x="153651" y="7326"/>
                  <a:pt x="152860" y="3709"/>
                  <a:pt x="152860" y="3709"/>
                </a:cubicBezTo>
                <a:cubicBezTo>
                  <a:pt x="152860" y="3709"/>
                  <a:pt x="152101" y="7691"/>
                  <a:pt x="151918" y="9971"/>
                </a:cubicBezTo>
                <a:cubicBezTo>
                  <a:pt x="151705" y="12250"/>
                  <a:pt x="151158" y="15290"/>
                  <a:pt x="151158" y="15290"/>
                </a:cubicBezTo>
                <a:lnTo>
                  <a:pt x="149699" y="20153"/>
                </a:lnTo>
                <a:lnTo>
                  <a:pt x="148179" y="21764"/>
                </a:lnTo>
                <a:cubicBezTo>
                  <a:pt x="148179" y="21764"/>
                  <a:pt x="148119" y="20548"/>
                  <a:pt x="147359" y="17114"/>
                </a:cubicBezTo>
                <a:cubicBezTo>
                  <a:pt x="146599" y="13709"/>
                  <a:pt x="146265" y="12645"/>
                  <a:pt x="146265" y="12342"/>
                </a:cubicBezTo>
                <a:cubicBezTo>
                  <a:pt x="146265" y="12038"/>
                  <a:pt x="145413" y="4743"/>
                  <a:pt x="144745" y="3679"/>
                </a:cubicBezTo>
                <a:cubicBezTo>
                  <a:pt x="144745" y="3679"/>
                  <a:pt x="144441" y="4044"/>
                  <a:pt x="143985" y="5259"/>
                </a:cubicBezTo>
                <a:cubicBezTo>
                  <a:pt x="143499" y="6475"/>
                  <a:pt x="142739" y="8238"/>
                  <a:pt x="142739" y="8694"/>
                </a:cubicBezTo>
                <a:cubicBezTo>
                  <a:pt x="142739" y="9120"/>
                  <a:pt x="142283" y="12554"/>
                  <a:pt x="142283" y="12554"/>
                </a:cubicBezTo>
                <a:lnTo>
                  <a:pt x="141523" y="15594"/>
                </a:lnTo>
                <a:cubicBezTo>
                  <a:pt x="141523" y="15594"/>
                  <a:pt x="140398" y="13892"/>
                  <a:pt x="140216" y="12554"/>
                </a:cubicBezTo>
                <a:cubicBezTo>
                  <a:pt x="140003" y="11217"/>
                  <a:pt x="139365" y="8755"/>
                  <a:pt x="139243" y="8451"/>
                </a:cubicBezTo>
                <a:cubicBezTo>
                  <a:pt x="139152" y="8147"/>
                  <a:pt x="138483" y="1"/>
                  <a:pt x="138483" y="1"/>
                </a:cubicBezTo>
                <a:cubicBezTo>
                  <a:pt x="138483" y="1"/>
                  <a:pt x="136508" y="3375"/>
                  <a:pt x="135900" y="7174"/>
                </a:cubicBezTo>
                <a:cubicBezTo>
                  <a:pt x="135322" y="10974"/>
                  <a:pt x="135140" y="9515"/>
                  <a:pt x="134866" y="12402"/>
                </a:cubicBezTo>
                <a:cubicBezTo>
                  <a:pt x="134562" y="15290"/>
                  <a:pt x="134380" y="19332"/>
                  <a:pt x="134380" y="19332"/>
                </a:cubicBezTo>
                <a:cubicBezTo>
                  <a:pt x="134380" y="19332"/>
                  <a:pt x="132860" y="15320"/>
                  <a:pt x="132586" y="14834"/>
                </a:cubicBezTo>
                <a:cubicBezTo>
                  <a:pt x="132283" y="14348"/>
                  <a:pt x="132586" y="9819"/>
                  <a:pt x="132586" y="9819"/>
                </a:cubicBezTo>
                <a:cubicBezTo>
                  <a:pt x="132586" y="9819"/>
                  <a:pt x="132860" y="3557"/>
                  <a:pt x="132465" y="2676"/>
                </a:cubicBezTo>
                <a:cubicBezTo>
                  <a:pt x="132009" y="1855"/>
                  <a:pt x="131614" y="4195"/>
                  <a:pt x="131614" y="4195"/>
                </a:cubicBezTo>
                <a:cubicBezTo>
                  <a:pt x="131614" y="4195"/>
                  <a:pt x="131310" y="8177"/>
                  <a:pt x="129912" y="9971"/>
                </a:cubicBezTo>
                <a:cubicBezTo>
                  <a:pt x="128513" y="11764"/>
                  <a:pt x="128787" y="15351"/>
                  <a:pt x="128787" y="15351"/>
                </a:cubicBezTo>
                <a:lnTo>
                  <a:pt x="127723" y="19363"/>
                </a:lnTo>
                <a:lnTo>
                  <a:pt x="127723" y="21825"/>
                </a:lnTo>
                <a:cubicBezTo>
                  <a:pt x="127723" y="21825"/>
                  <a:pt x="127146" y="17630"/>
                  <a:pt x="126386" y="15928"/>
                </a:cubicBezTo>
                <a:cubicBezTo>
                  <a:pt x="125626" y="14226"/>
                  <a:pt x="125626" y="9940"/>
                  <a:pt x="125626" y="9940"/>
                </a:cubicBezTo>
                <a:cubicBezTo>
                  <a:pt x="125626" y="9940"/>
                  <a:pt x="124775" y="10883"/>
                  <a:pt x="124562" y="12585"/>
                </a:cubicBezTo>
                <a:cubicBezTo>
                  <a:pt x="124319" y="14287"/>
                  <a:pt x="124562" y="17144"/>
                  <a:pt x="124562" y="17144"/>
                </a:cubicBezTo>
                <a:cubicBezTo>
                  <a:pt x="124562" y="17144"/>
                  <a:pt x="123042" y="19363"/>
                  <a:pt x="123042" y="20123"/>
                </a:cubicBezTo>
                <a:cubicBezTo>
                  <a:pt x="123042" y="20123"/>
                  <a:pt x="122738" y="16688"/>
                  <a:pt x="122282" y="16354"/>
                </a:cubicBezTo>
                <a:cubicBezTo>
                  <a:pt x="121826" y="16019"/>
                  <a:pt x="121887" y="17722"/>
                  <a:pt x="121431" y="17722"/>
                </a:cubicBezTo>
                <a:cubicBezTo>
                  <a:pt x="120975" y="17722"/>
                  <a:pt x="119152" y="12220"/>
                  <a:pt x="119152" y="12220"/>
                </a:cubicBezTo>
                <a:lnTo>
                  <a:pt x="118696" y="10305"/>
                </a:lnTo>
                <a:cubicBezTo>
                  <a:pt x="118696" y="10305"/>
                  <a:pt x="118908" y="10518"/>
                  <a:pt x="118696" y="13041"/>
                </a:cubicBezTo>
                <a:cubicBezTo>
                  <a:pt x="118513" y="15594"/>
                  <a:pt x="118696" y="17904"/>
                  <a:pt x="118696" y="17904"/>
                </a:cubicBezTo>
                <a:lnTo>
                  <a:pt x="117176" y="16840"/>
                </a:lnTo>
                <a:cubicBezTo>
                  <a:pt x="117176" y="16840"/>
                  <a:pt x="116872" y="12737"/>
                  <a:pt x="116416" y="12493"/>
                </a:cubicBezTo>
                <a:cubicBezTo>
                  <a:pt x="115960" y="12220"/>
                  <a:pt x="115960" y="15077"/>
                  <a:pt x="115747" y="15533"/>
                </a:cubicBezTo>
                <a:cubicBezTo>
                  <a:pt x="115504" y="15959"/>
                  <a:pt x="114410" y="16354"/>
                  <a:pt x="114288" y="19515"/>
                </a:cubicBezTo>
                <a:cubicBezTo>
                  <a:pt x="114197" y="22676"/>
                  <a:pt x="113620" y="24074"/>
                  <a:pt x="113620" y="24074"/>
                </a:cubicBezTo>
                <a:cubicBezTo>
                  <a:pt x="113620" y="24074"/>
                  <a:pt x="111917" y="22554"/>
                  <a:pt x="111644" y="25016"/>
                </a:cubicBezTo>
                <a:cubicBezTo>
                  <a:pt x="111370" y="27479"/>
                  <a:pt x="108969" y="26354"/>
                  <a:pt x="108969" y="26354"/>
                </a:cubicBezTo>
                <a:cubicBezTo>
                  <a:pt x="108969" y="26354"/>
                  <a:pt x="107905" y="28694"/>
                  <a:pt x="107084" y="27782"/>
                </a:cubicBezTo>
                <a:cubicBezTo>
                  <a:pt x="106233" y="26871"/>
                  <a:pt x="104227" y="30001"/>
                  <a:pt x="103589" y="28846"/>
                </a:cubicBezTo>
                <a:cubicBezTo>
                  <a:pt x="102951" y="27722"/>
                  <a:pt x="103771" y="26779"/>
                  <a:pt x="103589" y="25260"/>
                </a:cubicBezTo>
                <a:cubicBezTo>
                  <a:pt x="103407" y="23740"/>
                  <a:pt x="103011" y="22889"/>
                  <a:pt x="102829" y="21825"/>
                </a:cubicBezTo>
                <a:cubicBezTo>
                  <a:pt x="102647" y="20761"/>
                  <a:pt x="102829" y="17083"/>
                  <a:pt x="102829" y="17083"/>
                </a:cubicBezTo>
                <a:cubicBezTo>
                  <a:pt x="102829" y="17083"/>
                  <a:pt x="101492" y="16384"/>
                  <a:pt x="101492" y="18603"/>
                </a:cubicBezTo>
                <a:cubicBezTo>
                  <a:pt x="101492" y="20791"/>
                  <a:pt x="101583" y="22311"/>
                  <a:pt x="100732" y="23983"/>
                </a:cubicBezTo>
                <a:cubicBezTo>
                  <a:pt x="99911" y="25655"/>
                  <a:pt x="99303" y="26840"/>
                  <a:pt x="99303" y="26840"/>
                </a:cubicBezTo>
                <a:cubicBezTo>
                  <a:pt x="99303" y="26840"/>
                  <a:pt x="99212" y="25260"/>
                  <a:pt x="99303" y="23436"/>
                </a:cubicBezTo>
                <a:cubicBezTo>
                  <a:pt x="99364" y="21612"/>
                  <a:pt x="99790" y="19545"/>
                  <a:pt x="99242" y="19545"/>
                </a:cubicBezTo>
                <a:cubicBezTo>
                  <a:pt x="98726" y="19545"/>
                  <a:pt x="98726" y="19940"/>
                  <a:pt x="98452" y="21764"/>
                </a:cubicBezTo>
                <a:cubicBezTo>
                  <a:pt x="98179" y="23588"/>
                  <a:pt x="97024" y="27144"/>
                  <a:pt x="97024" y="27144"/>
                </a:cubicBezTo>
                <a:cubicBezTo>
                  <a:pt x="97024" y="27144"/>
                  <a:pt x="96628" y="25320"/>
                  <a:pt x="96446" y="23740"/>
                </a:cubicBezTo>
                <a:cubicBezTo>
                  <a:pt x="96264" y="22129"/>
                  <a:pt x="96446" y="21156"/>
                  <a:pt x="96446" y="21156"/>
                </a:cubicBezTo>
                <a:cubicBezTo>
                  <a:pt x="96446" y="21156"/>
                  <a:pt x="94987" y="21217"/>
                  <a:pt x="94987" y="22372"/>
                </a:cubicBezTo>
                <a:cubicBezTo>
                  <a:pt x="94987" y="23497"/>
                  <a:pt x="94166" y="26597"/>
                  <a:pt x="94166" y="26597"/>
                </a:cubicBezTo>
                <a:lnTo>
                  <a:pt x="93589" y="28694"/>
                </a:lnTo>
                <a:cubicBezTo>
                  <a:pt x="93589" y="28694"/>
                  <a:pt x="92464" y="26597"/>
                  <a:pt x="92768" y="25199"/>
                </a:cubicBezTo>
                <a:cubicBezTo>
                  <a:pt x="93072" y="23801"/>
                  <a:pt x="92707" y="19819"/>
                  <a:pt x="92707" y="19819"/>
                </a:cubicBezTo>
                <a:cubicBezTo>
                  <a:pt x="92707" y="19819"/>
                  <a:pt x="91552" y="20579"/>
                  <a:pt x="91552" y="22098"/>
                </a:cubicBezTo>
                <a:cubicBezTo>
                  <a:pt x="91552" y="23618"/>
                  <a:pt x="91856" y="25320"/>
                  <a:pt x="91552" y="25898"/>
                </a:cubicBezTo>
                <a:cubicBezTo>
                  <a:pt x="91248" y="26475"/>
                  <a:pt x="90397" y="27327"/>
                  <a:pt x="90397" y="27874"/>
                </a:cubicBezTo>
                <a:lnTo>
                  <a:pt x="90397" y="29971"/>
                </a:lnTo>
                <a:cubicBezTo>
                  <a:pt x="90397" y="29971"/>
                  <a:pt x="87449" y="31400"/>
                  <a:pt x="87449" y="31673"/>
                </a:cubicBezTo>
                <a:cubicBezTo>
                  <a:pt x="87449" y="31916"/>
                  <a:pt x="86750" y="33497"/>
                  <a:pt x="86750" y="33497"/>
                </a:cubicBezTo>
                <a:cubicBezTo>
                  <a:pt x="86750" y="33497"/>
                  <a:pt x="84166" y="33193"/>
                  <a:pt x="83710" y="32159"/>
                </a:cubicBezTo>
                <a:cubicBezTo>
                  <a:pt x="83254" y="31126"/>
                  <a:pt x="81886" y="27691"/>
                  <a:pt x="81886" y="27691"/>
                </a:cubicBezTo>
                <a:cubicBezTo>
                  <a:pt x="81886" y="27691"/>
                  <a:pt x="81826" y="28755"/>
                  <a:pt x="81431" y="29758"/>
                </a:cubicBezTo>
                <a:cubicBezTo>
                  <a:pt x="81066" y="30792"/>
                  <a:pt x="81248" y="31855"/>
                  <a:pt x="80762" y="33497"/>
                </a:cubicBezTo>
                <a:cubicBezTo>
                  <a:pt x="80245" y="35138"/>
                  <a:pt x="80002" y="35381"/>
                  <a:pt x="79607" y="34925"/>
                </a:cubicBezTo>
                <a:cubicBezTo>
                  <a:pt x="79242" y="34469"/>
                  <a:pt x="78087" y="33345"/>
                  <a:pt x="78482" y="31703"/>
                </a:cubicBezTo>
                <a:cubicBezTo>
                  <a:pt x="78847" y="30062"/>
                  <a:pt x="78391" y="31035"/>
                  <a:pt x="78026" y="28360"/>
                </a:cubicBezTo>
                <a:cubicBezTo>
                  <a:pt x="77631" y="25716"/>
                  <a:pt x="77479" y="24044"/>
                  <a:pt x="77479" y="24044"/>
                </a:cubicBezTo>
                <a:cubicBezTo>
                  <a:pt x="77479" y="24044"/>
                  <a:pt x="76263" y="25472"/>
                  <a:pt x="75899" y="27843"/>
                </a:cubicBezTo>
                <a:cubicBezTo>
                  <a:pt x="75503" y="30184"/>
                  <a:pt x="76719" y="30883"/>
                  <a:pt x="75899" y="32311"/>
                </a:cubicBezTo>
                <a:cubicBezTo>
                  <a:pt x="75047" y="33770"/>
                  <a:pt x="74288" y="34439"/>
                  <a:pt x="74288" y="35290"/>
                </a:cubicBezTo>
                <a:cubicBezTo>
                  <a:pt x="74288" y="36111"/>
                  <a:pt x="73923" y="37175"/>
                  <a:pt x="73710" y="36688"/>
                </a:cubicBezTo>
                <a:cubicBezTo>
                  <a:pt x="73528" y="36202"/>
                  <a:pt x="73345" y="33710"/>
                  <a:pt x="72494" y="32889"/>
                </a:cubicBezTo>
                <a:cubicBezTo>
                  <a:pt x="71674" y="32038"/>
                  <a:pt x="72129" y="34591"/>
                  <a:pt x="71825" y="34865"/>
                </a:cubicBezTo>
                <a:cubicBezTo>
                  <a:pt x="71522" y="35138"/>
                  <a:pt x="70306" y="36293"/>
                  <a:pt x="70306" y="36293"/>
                </a:cubicBezTo>
                <a:cubicBezTo>
                  <a:pt x="70306" y="36293"/>
                  <a:pt x="70670" y="34469"/>
                  <a:pt x="70306" y="33254"/>
                </a:cubicBezTo>
                <a:cubicBezTo>
                  <a:pt x="69911" y="32038"/>
                  <a:pt x="70366" y="29454"/>
                  <a:pt x="70306" y="28998"/>
                </a:cubicBezTo>
                <a:cubicBezTo>
                  <a:pt x="70215" y="28542"/>
                  <a:pt x="69394" y="26810"/>
                  <a:pt x="69394" y="26810"/>
                </a:cubicBezTo>
                <a:cubicBezTo>
                  <a:pt x="69394" y="26810"/>
                  <a:pt x="68360" y="28998"/>
                  <a:pt x="68056" y="30032"/>
                </a:cubicBezTo>
                <a:cubicBezTo>
                  <a:pt x="67752" y="31065"/>
                  <a:pt x="66689" y="30032"/>
                  <a:pt x="66719" y="31855"/>
                </a:cubicBezTo>
                <a:cubicBezTo>
                  <a:pt x="66780" y="33679"/>
                  <a:pt x="66202" y="36415"/>
                  <a:pt x="65807" y="36354"/>
                </a:cubicBezTo>
                <a:cubicBezTo>
                  <a:pt x="65442" y="36263"/>
                  <a:pt x="65017" y="34074"/>
                  <a:pt x="65047" y="33618"/>
                </a:cubicBezTo>
                <a:cubicBezTo>
                  <a:pt x="65047" y="33162"/>
                  <a:pt x="65716" y="32555"/>
                  <a:pt x="65047" y="30366"/>
                </a:cubicBezTo>
                <a:cubicBezTo>
                  <a:pt x="64409" y="28178"/>
                  <a:pt x="63619" y="26871"/>
                  <a:pt x="63619" y="26506"/>
                </a:cubicBezTo>
                <a:lnTo>
                  <a:pt x="63619" y="27934"/>
                </a:lnTo>
                <a:cubicBezTo>
                  <a:pt x="63619" y="28238"/>
                  <a:pt x="63436" y="31734"/>
                  <a:pt x="63315" y="32038"/>
                </a:cubicBezTo>
                <a:cubicBezTo>
                  <a:pt x="63193" y="32342"/>
                  <a:pt x="62889" y="32251"/>
                  <a:pt x="62403" y="35381"/>
                </a:cubicBezTo>
                <a:cubicBezTo>
                  <a:pt x="61916" y="38542"/>
                  <a:pt x="61248" y="38725"/>
                  <a:pt x="61065" y="38725"/>
                </a:cubicBezTo>
                <a:cubicBezTo>
                  <a:pt x="60883" y="38725"/>
                  <a:pt x="60609" y="33618"/>
                  <a:pt x="60609" y="33618"/>
                </a:cubicBezTo>
                <a:lnTo>
                  <a:pt x="59485" y="31035"/>
                </a:lnTo>
                <a:cubicBezTo>
                  <a:pt x="59485" y="31035"/>
                  <a:pt x="58877" y="36141"/>
                  <a:pt x="57874" y="36141"/>
                </a:cubicBezTo>
                <a:cubicBezTo>
                  <a:pt x="56901" y="36141"/>
                  <a:pt x="55746" y="34166"/>
                  <a:pt x="55716" y="33801"/>
                </a:cubicBezTo>
                <a:cubicBezTo>
                  <a:pt x="55685" y="33406"/>
                  <a:pt x="53406" y="31065"/>
                  <a:pt x="53193" y="29241"/>
                </a:cubicBezTo>
                <a:cubicBezTo>
                  <a:pt x="53011" y="27418"/>
                  <a:pt x="52737" y="26567"/>
                  <a:pt x="52737" y="26567"/>
                </a:cubicBezTo>
                <a:cubicBezTo>
                  <a:pt x="52737" y="26567"/>
                  <a:pt x="50883" y="29819"/>
                  <a:pt x="51035" y="31703"/>
                </a:cubicBezTo>
                <a:cubicBezTo>
                  <a:pt x="51187" y="33618"/>
                  <a:pt x="50245" y="36962"/>
                  <a:pt x="50245" y="36962"/>
                </a:cubicBezTo>
                <a:cubicBezTo>
                  <a:pt x="50245" y="36962"/>
                  <a:pt x="47874" y="35138"/>
                  <a:pt x="47114" y="32585"/>
                </a:cubicBezTo>
                <a:cubicBezTo>
                  <a:pt x="46354" y="30001"/>
                  <a:pt x="45138" y="26810"/>
                  <a:pt x="45138" y="26810"/>
                </a:cubicBezTo>
                <a:cubicBezTo>
                  <a:pt x="45138" y="26810"/>
                  <a:pt x="43314" y="32433"/>
                  <a:pt x="43831" y="33345"/>
                </a:cubicBezTo>
                <a:cubicBezTo>
                  <a:pt x="44317" y="34287"/>
                  <a:pt x="40700" y="35989"/>
                  <a:pt x="41095" y="37144"/>
                </a:cubicBezTo>
                <a:cubicBezTo>
                  <a:pt x="41460" y="38269"/>
                  <a:pt x="37813" y="38786"/>
                  <a:pt x="37813" y="38786"/>
                </a:cubicBezTo>
                <a:lnTo>
                  <a:pt x="35776" y="36293"/>
                </a:lnTo>
                <a:lnTo>
                  <a:pt x="34165" y="31734"/>
                </a:lnTo>
                <a:cubicBezTo>
                  <a:pt x="34165" y="31734"/>
                  <a:pt x="32889" y="35746"/>
                  <a:pt x="32341" y="36992"/>
                </a:cubicBezTo>
                <a:cubicBezTo>
                  <a:pt x="31825" y="38239"/>
                  <a:pt x="30670" y="40488"/>
                  <a:pt x="30670" y="40488"/>
                </a:cubicBezTo>
                <a:lnTo>
                  <a:pt x="27964" y="36688"/>
                </a:lnTo>
                <a:lnTo>
                  <a:pt x="26354" y="33558"/>
                </a:lnTo>
                <a:cubicBezTo>
                  <a:pt x="26354" y="33558"/>
                  <a:pt x="25138" y="37448"/>
                  <a:pt x="25320" y="38330"/>
                </a:cubicBezTo>
                <a:cubicBezTo>
                  <a:pt x="25502" y="39150"/>
                  <a:pt x="24378" y="40093"/>
                  <a:pt x="24378" y="40397"/>
                </a:cubicBezTo>
                <a:cubicBezTo>
                  <a:pt x="24378" y="40701"/>
                  <a:pt x="23040" y="40001"/>
                  <a:pt x="23040" y="40001"/>
                </a:cubicBezTo>
                <a:lnTo>
                  <a:pt x="23040" y="36141"/>
                </a:lnTo>
                <a:lnTo>
                  <a:pt x="21825" y="32646"/>
                </a:lnTo>
                <a:cubicBezTo>
                  <a:pt x="21825" y="32646"/>
                  <a:pt x="20943" y="35898"/>
                  <a:pt x="21095" y="36141"/>
                </a:cubicBezTo>
                <a:cubicBezTo>
                  <a:pt x="21247" y="36445"/>
                  <a:pt x="20578" y="38816"/>
                  <a:pt x="20578" y="38816"/>
                </a:cubicBezTo>
                <a:lnTo>
                  <a:pt x="17995" y="40001"/>
                </a:lnTo>
                <a:lnTo>
                  <a:pt x="16201" y="42342"/>
                </a:lnTo>
                <a:cubicBezTo>
                  <a:pt x="16201" y="42342"/>
                  <a:pt x="15897" y="40153"/>
                  <a:pt x="15502" y="38360"/>
                </a:cubicBezTo>
                <a:cubicBezTo>
                  <a:pt x="15137" y="36567"/>
                  <a:pt x="15502" y="34378"/>
                  <a:pt x="15502" y="34378"/>
                </a:cubicBezTo>
                <a:cubicBezTo>
                  <a:pt x="15502" y="34378"/>
                  <a:pt x="13800" y="36111"/>
                  <a:pt x="14286" y="39454"/>
                </a:cubicBezTo>
                <a:cubicBezTo>
                  <a:pt x="14803" y="42798"/>
                  <a:pt x="14499" y="44561"/>
                  <a:pt x="13830" y="45321"/>
                </a:cubicBezTo>
                <a:cubicBezTo>
                  <a:pt x="13162" y="46020"/>
                  <a:pt x="12007" y="45017"/>
                  <a:pt x="11642" y="47296"/>
                </a:cubicBezTo>
                <a:cubicBezTo>
                  <a:pt x="11247" y="49576"/>
                  <a:pt x="9423" y="51005"/>
                  <a:pt x="9058" y="51278"/>
                </a:cubicBezTo>
                <a:cubicBezTo>
                  <a:pt x="8663" y="51552"/>
                  <a:pt x="4195" y="54014"/>
                  <a:pt x="4195" y="54318"/>
                </a:cubicBezTo>
                <a:cubicBezTo>
                  <a:pt x="4195" y="54622"/>
                  <a:pt x="0" y="58117"/>
                  <a:pt x="0" y="58117"/>
                </a:cubicBezTo>
                <a:lnTo>
                  <a:pt x="188971" y="5811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0" name="Google Shape;190;p35"/>
          <p:cNvSpPr/>
          <p:nvPr/>
        </p:nvSpPr>
        <p:spPr>
          <a:xfrm>
            <a:off x="-553003" y="4236375"/>
            <a:ext cx="10192527" cy="1452950"/>
          </a:xfrm>
          <a:custGeom>
            <a:avLst/>
            <a:gdLst/>
            <a:ahLst/>
            <a:cxnLst/>
            <a:rect l="l" t="t" r="r" b="b"/>
            <a:pathLst>
              <a:path w="190035" h="58118" extrusionOk="0">
                <a:moveTo>
                  <a:pt x="190034" y="32859"/>
                </a:moveTo>
                <a:cubicBezTo>
                  <a:pt x="190034" y="32859"/>
                  <a:pt x="185171" y="29819"/>
                  <a:pt x="184715" y="28208"/>
                </a:cubicBezTo>
                <a:cubicBezTo>
                  <a:pt x="184259" y="26627"/>
                  <a:pt x="185019" y="25108"/>
                  <a:pt x="184715" y="23345"/>
                </a:cubicBezTo>
                <a:cubicBezTo>
                  <a:pt x="184411" y="21612"/>
                  <a:pt x="184563" y="19363"/>
                  <a:pt x="184563" y="19363"/>
                </a:cubicBezTo>
                <a:lnTo>
                  <a:pt x="183560" y="14408"/>
                </a:lnTo>
                <a:cubicBezTo>
                  <a:pt x="183560" y="14408"/>
                  <a:pt x="183499" y="16141"/>
                  <a:pt x="182739" y="18147"/>
                </a:cubicBezTo>
                <a:cubicBezTo>
                  <a:pt x="181980" y="20153"/>
                  <a:pt x="181128" y="22402"/>
                  <a:pt x="181524" y="23649"/>
                </a:cubicBezTo>
                <a:cubicBezTo>
                  <a:pt x="181888" y="24895"/>
                  <a:pt x="181037" y="26688"/>
                  <a:pt x="181037" y="26688"/>
                </a:cubicBezTo>
                <a:cubicBezTo>
                  <a:pt x="181037" y="26688"/>
                  <a:pt x="181432" y="30488"/>
                  <a:pt x="180581" y="29728"/>
                </a:cubicBezTo>
                <a:cubicBezTo>
                  <a:pt x="179761" y="28968"/>
                  <a:pt x="179153" y="26992"/>
                  <a:pt x="179153" y="26992"/>
                </a:cubicBezTo>
                <a:cubicBezTo>
                  <a:pt x="179153" y="26992"/>
                  <a:pt x="179821" y="29971"/>
                  <a:pt x="178575" y="29272"/>
                </a:cubicBezTo>
                <a:cubicBezTo>
                  <a:pt x="177329" y="28603"/>
                  <a:pt x="176691" y="26627"/>
                  <a:pt x="176691" y="26627"/>
                </a:cubicBezTo>
                <a:cubicBezTo>
                  <a:pt x="176691" y="26627"/>
                  <a:pt x="175627" y="28512"/>
                  <a:pt x="175171" y="28147"/>
                </a:cubicBezTo>
                <a:cubicBezTo>
                  <a:pt x="174715" y="27752"/>
                  <a:pt x="172891" y="28147"/>
                  <a:pt x="172314" y="26931"/>
                </a:cubicBezTo>
                <a:cubicBezTo>
                  <a:pt x="171736" y="25716"/>
                  <a:pt x="170794" y="22281"/>
                  <a:pt x="169639" y="21308"/>
                </a:cubicBezTo>
                <a:cubicBezTo>
                  <a:pt x="168514" y="20305"/>
                  <a:pt x="168119" y="17874"/>
                  <a:pt x="167450" y="17874"/>
                </a:cubicBezTo>
                <a:cubicBezTo>
                  <a:pt x="166782" y="17874"/>
                  <a:pt x="166599" y="22068"/>
                  <a:pt x="166113" y="22889"/>
                </a:cubicBezTo>
                <a:cubicBezTo>
                  <a:pt x="165627" y="23740"/>
                  <a:pt x="164988" y="25868"/>
                  <a:pt x="164988" y="25868"/>
                </a:cubicBezTo>
                <a:cubicBezTo>
                  <a:pt x="164988" y="25868"/>
                  <a:pt x="164228" y="23284"/>
                  <a:pt x="163772" y="21855"/>
                </a:cubicBezTo>
                <a:cubicBezTo>
                  <a:pt x="163317" y="20457"/>
                  <a:pt x="163013" y="19880"/>
                  <a:pt x="162617" y="18147"/>
                </a:cubicBezTo>
                <a:cubicBezTo>
                  <a:pt x="162253" y="16384"/>
                  <a:pt x="161554" y="15685"/>
                  <a:pt x="161554" y="15685"/>
                </a:cubicBezTo>
                <a:cubicBezTo>
                  <a:pt x="161554" y="15685"/>
                  <a:pt x="161006" y="17205"/>
                  <a:pt x="160885" y="18329"/>
                </a:cubicBezTo>
                <a:cubicBezTo>
                  <a:pt x="160763" y="19484"/>
                  <a:pt x="160885" y="22706"/>
                  <a:pt x="160885" y="22706"/>
                </a:cubicBezTo>
                <a:lnTo>
                  <a:pt x="160855" y="24804"/>
                </a:lnTo>
                <a:cubicBezTo>
                  <a:pt x="160855" y="24804"/>
                  <a:pt x="157845" y="22524"/>
                  <a:pt x="157754" y="20032"/>
                </a:cubicBezTo>
                <a:cubicBezTo>
                  <a:pt x="157693" y="17570"/>
                  <a:pt x="156630" y="17205"/>
                  <a:pt x="156630" y="17205"/>
                </a:cubicBezTo>
                <a:cubicBezTo>
                  <a:pt x="156630" y="17205"/>
                  <a:pt x="155566" y="15685"/>
                  <a:pt x="155019" y="14986"/>
                </a:cubicBezTo>
                <a:cubicBezTo>
                  <a:pt x="154502" y="14317"/>
                  <a:pt x="154715" y="8846"/>
                  <a:pt x="154198" y="8086"/>
                </a:cubicBezTo>
                <a:cubicBezTo>
                  <a:pt x="153651" y="7326"/>
                  <a:pt x="152860" y="3709"/>
                  <a:pt x="152860" y="3709"/>
                </a:cubicBezTo>
                <a:cubicBezTo>
                  <a:pt x="152860" y="3709"/>
                  <a:pt x="152101" y="7691"/>
                  <a:pt x="151918" y="9971"/>
                </a:cubicBezTo>
                <a:cubicBezTo>
                  <a:pt x="151705" y="12250"/>
                  <a:pt x="151158" y="15290"/>
                  <a:pt x="151158" y="15290"/>
                </a:cubicBezTo>
                <a:lnTo>
                  <a:pt x="149699" y="20153"/>
                </a:lnTo>
                <a:lnTo>
                  <a:pt x="148179" y="21764"/>
                </a:lnTo>
                <a:cubicBezTo>
                  <a:pt x="148179" y="21764"/>
                  <a:pt x="148119" y="20548"/>
                  <a:pt x="147359" y="17114"/>
                </a:cubicBezTo>
                <a:cubicBezTo>
                  <a:pt x="146599" y="13709"/>
                  <a:pt x="146265" y="12645"/>
                  <a:pt x="146265" y="12342"/>
                </a:cubicBezTo>
                <a:cubicBezTo>
                  <a:pt x="146265" y="12038"/>
                  <a:pt x="145413" y="4743"/>
                  <a:pt x="144745" y="3679"/>
                </a:cubicBezTo>
                <a:cubicBezTo>
                  <a:pt x="144745" y="3679"/>
                  <a:pt x="144441" y="4044"/>
                  <a:pt x="143985" y="5259"/>
                </a:cubicBezTo>
                <a:cubicBezTo>
                  <a:pt x="143499" y="6475"/>
                  <a:pt x="142739" y="8238"/>
                  <a:pt x="142739" y="8694"/>
                </a:cubicBezTo>
                <a:cubicBezTo>
                  <a:pt x="142739" y="9120"/>
                  <a:pt x="142283" y="12554"/>
                  <a:pt x="142283" y="12554"/>
                </a:cubicBezTo>
                <a:lnTo>
                  <a:pt x="141523" y="15594"/>
                </a:lnTo>
                <a:cubicBezTo>
                  <a:pt x="141523" y="15594"/>
                  <a:pt x="140398" y="13892"/>
                  <a:pt x="140216" y="12554"/>
                </a:cubicBezTo>
                <a:cubicBezTo>
                  <a:pt x="140003" y="11217"/>
                  <a:pt x="139365" y="8755"/>
                  <a:pt x="139243" y="8451"/>
                </a:cubicBezTo>
                <a:cubicBezTo>
                  <a:pt x="139152" y="8147"/>
                  <a:pt x="138483" y="1"/>
                  <a:pt x="138483" y="1"/>
                </a:cubicBezTo>
                <a:cubicBezTo>
                  <a:pt x="138483" y="1"/>
                  <a:pt x="136508" y="3375"/>
                  <a:pt x="135900" y="7174"/>
                </a:cubicBezTo>
                <a:cubicBezTo>
                  <a:pt x="135322" y="10974"/>
                  <a:pt x="135140" y="9515"/>
                  <a:pt x="134866" y="12402"/>
                </a:cubicBezTo>
                <a:cubicBezTo>
                  <a:pt x="134562" y="15290"/>
                  <a:pt x="134380" y="19332"/>
                  <a:pt x="134380" y="19332"/>
                </a:cubicBezTo>
                <a:cubicBezTo>
                  <a:pt x="134380" y="19332"/>
                  <a:pt x="132860" y="15320"/>
                  <a:pt x="132586" y="14834"/>
                </a:cubicBezTo>
                <a:cubicBezTo>
                  <a:pt x="132283" y="14348"/>
                  <a:pt x="132586" y="9819"/>
                  <a:pt x="132586" y="9819"/>
                </a:cubicBezTo>
                <a:cubicBezTo>
                  <a:pt x="132586" y="9819"/>
                  <a:pt x="132860" y="3557"/>
                  <a:pt x="132465" y="2676"/>
                </a:cubicBezTo>
                <a:cubicBezTo>
                  <a:pt x="132009" y="1855"/>
                  <a:pt x="131614" y="4195"/>
                  <a:pt x="131614" y="4195"/>
                </a:cubicBezTo>
                <a:cubicBezTo>
                  <a:pt x="131614" y="4195"/>
                  <a:pt x="131310" y="8177"/>
                  <a:pt x="129912" y="9971"/>
                </a:cubicBezTo>
                <a:cubicBezTo>
                  <a:pt x="128513" y="11764"/>
                  <a:pt x="128787" y="15351"/>
                  <a:pt x="128787" y="15351"/>
                </a:cubicBezTo>
                <a:lnTo>
                  <a:pt x="127723" y="19363"/>
                </a:lnTo>
                <a:lnTo>
                  <a:pt x="127723" y="21825"/>
                </a:lnTo>
                <a:cubicBezTo>
                  <a:pt x="127723" y="21825"/>
                  <a:pt x="127146" y="17630"/>
                  <a:pt x="126386" y="15928"/>
                </a:cubicBezTo>
                <a:cubicBezTo>
                  <a:pt x="125626" y="14226"/>
                  <a:pt x="125626" y="9940"/>
                  <a:pt x="125626" y="9940"/>
                </a:cubicBezTo>
                <a:cubicBezTo>
                  <a:pt x="125626" y="9940"/>
                  <a:pt x="124775" y="10883"/>
                  <a:pt x="124562" y="12585"/>
                </a:cubicBezTo>
                <a:cubicBezTo>
                  <a:pt x="124319" y="14287"/>
                  <a:pt x="124562" y="17144"/>
                  <a:pt x="124562" y="17144"/>
                </a:cubicBezTo>
                <a:cubicBezTo>
                  <a:pt x="124562" y="17144"/>
                  <a:pt x="123042" y="19363"/>
                  <a:pt x="123042" y="20123"/>
                </a:cubicBezTo>
                <a:cubicBezTo>
                  <a:pt x="123042" y="20123"/>
                  <a:pt x="122738" y="16688"/>
                  <a:pt x="122282" y="16354"/>
                </a:cubicBezTo>
                <a:cubicBezTo>
                  <a:pt x="121826" y="16019"/>
                  <a:pt x="121887" y="17722"/>
                  <a:pt x="121431" y="17722"/>
                </a:cubicBezTo>
                <a:cubicBezTo>
                  <a:pt x="120975" y="17722"/>
                  <a:pt x="119152" y="12220"/>
                  <a:pt x="119152" y="12220"/>
                </a:cubicBezTo>
                <a:lnTo>
                  <a:pt x="118696" y="10305"/>
                </a:lnTo>
                <a:cubicBezTo>
                  <a:pt x="118696" y="10305"/>
                  <a:pt x="118908" y="10518"/>
                  <a:pt x="118696" y="13041"/>
                </a:cubicBezTo>
                <a:cubicBezTo>
                  <a:pt x="118513" y="15594"/>
                  <a:pt x="118696" y="17904"/>
                  <a:pt x="118696" y="17904"/>
                </a:cubicBezTo>
                <a:lnTo>
                  <a:pt x="117176" y="16840"/>
                </a:lnTo>
                <a:cubicBezTo>
                  <a:pt x="117176" y="16840"/>
                  <a:pt x="116872" y="12737"/>
                  <a:pt x="116416" y="12493"/>
                </a:cubicBezTo>
                <a:cubicBezTo>
                  <a:pt x="115960" y="12220"/>
                  <a:pt x="115960" y="15077"/>
                  <a:pt x="115747" y="15533"/>
                </a:cubicBezTo>
                <a:cubicBezTo>
                  <a:pt x="115504" y="15959"/>
                  <a:pt x="114410" y="16354"/>
                  <a:pt x="114288" y="19515"/>
                </a:cubicBezTo>
                <a:cubicBezTo>
                  <a:pt x="114197" y="22676"/>
                  <a:pt x="113620" y="24074"/>
                  <a:pt x="113620" y="24074"/>
                </a:cubicBezTo>
                <a:cubicBezTo>
                  <a:pt x="113620" y="24074"/>
                  <a:pt x="111917" y="22554"/>
                  <a:pt x="111644" y="25016"/>
                </a:cubicBezTo>
                <a:cubicBezTo>
                  <a:pt x="111370" y="27479"/>
                  <a:pt x="108969" y="26354"/>
                  <a:pt x="108969" y="26354"/>
                </a:cubicBezTo>
                <a:cubicBezTo>
                  <a:pt x="108969" y="26354"/>
                  <a:pt x="107905" y="28694"/>
                  <a:pt x="107084" y="27782"/>
                </a:cubicBezTo>
                <a:cubicBezTo>
                  <a:pt x="106233" y="26871"/>
                  <a:pt x="104227" y="30001"/>
                  <a:pt x="103589" y="28846"/>
                </a:cubicBezTo>
                <a:cubicBezTo>
                  <a:pt x="102951" y="27722"/>
                  <a:pt x="103771" y="26779"/>
                  <a:pt x="103589" y="25260"/>
                </a:cubicBezTo>
                <a:cubicBezTo>
                  <a:pt x="103407" y="23740"/>
                  <a:pt x="103011" y="22889"/>
                  <a:pt x="102829" y="21825"/>
                </a:cubicBezTo>
                <a:cubicBezTo>
                  <a:pt x="102647" y="20761"/>
                  <a:pt x="102829" y="17083"/>
                  <a:pt x="102829" y="17083"/>
                </a:cubicBezTo>
                <a:cubicBezTo>
                  <a:pt x="102829" y="17083"/>
                  <a:pt x="101492" y="16384"/>
                  <a:pt x="101492" y="18603"/>
                </a:cubicBezTo>
                <a:cubicBezTo>
                  <a:pt x="101492" y="20791"/>
                  <a:pt x="101583" y="22311"/>
                  <a:pt x="100732" y="23983"/>
                </a:cubicBezTo>
                <a:cubicBezTo>
                  <a:pt x="99911" y="25655"/>
                  <a:pt x="99303" y="26840"/>
                  <a:pt x="99303" y="26840"/>
                </a:cubicBezTo>
                <a:cubicBezTo>
                  <a:pt x="99303" y="26840"/>
                  <a:pt x="99212" y="25260"/>
                  <a:pt x="99303" y="23436"/>
                </a:cubicBezTo>
                <a:cubicBezTo>
                  <a:pt x="99364" y="21612"/>
                  <a:pt x="99790" y="19545"/>
                  <a:pt x="99242" y="19545"/>
                </a:cubicBezTo>
                <a:cubicBezTo>
                  <a:pt x="98726" y="19545"/>
                  <a:pt x="98726" y="19940"/>
                  <a:pt x="98452" y="21764"/>
                </a:cubicBezTo>
                <a:cubicBezTo>
                  <a:pt x="98179" y="23588"/>
                  <a:pt x="97024" y="27144"/>
                  <a:pt x="97024" y="27144"/>
                </a:cubicBezTo>
                <a:cubicBezTo>
                  <a:pt x="97024" y="27144"/>
                  <a:pt x="96628" y="25320"/>
                  <a:pt x="96446" y="23740"/>
                </a:cubicBezTo>
                <a:cubicBezTo>
                  <a:pt x="96264" y="22129"/>
                  <a:pt x="96446" y="21156"/>
                  <a:pt x="96446" y="21156"/>
                </a:cubicBezTo>
                <a:cubicBezTo>
                  <a:pt x="96446" y="21156"/>
                  <a:pt x="94987" y="21217"/>
                  <a:pt x="94987" y="22372"/>
                </a:cubicBezTo>
                <a:cubicBezTo>
                  <a:pt x="94987" y="23497"/>
                  <a:pt x="94166" y="26597"/>
                  <a:pt x="94166" y="26597"/>
                </a:cubicBezTo>
                <a:lnTo>
                  <a:pt x="93589" y="28694"/>
                </a:lnTo>
                <a:cubicBezTo>
                  <a:pt x="93589" y="28694"/>
                  <a:pt x="92464" y="26597"/>
                  <a:pt x="92768" y="25199"/>
                </a:cubicBezTo>
                <a:cubicBezTo>
                  <a:pt x="93072" y="23801"/>
                  <a:pt x="92707" y="19819"/>
                  <a:pt x="92707" y="19819"/>
                </a:cubicBezTo>
                <a:cubicBezTo>
                  <a:pt x="92707" y="19819"/>
                  <a:pt x="91552" y="20579"/>
                  <a:pt x="91552" y="22098"/>
                </a:cubicBezTo>
                <a:cubicBezTo>
                  <a:pt x="91552" y="23618"/>
                  <a:pt x="91856" y="25320"/>
                  <a:pt x="91552" y="25898"/>
                </a:cubicBezTo>
                <a:cubicBezTo>
                  <a:pt x="91248" y="26475"/>
                  <a:pt x="90397" y="27327"/>
                  <a:pt x="90397" y="27874"/>
                </a:cubicBezTo>
                <a:lnTo>
                  <a:pt x="90397" y="29971"/>
                </a:lnTo>
                <a:cubicBezTo>
                  <a:pt x="90397" y="29971"/>
                  <a:pt x="87449" y="31400"/>
                  <a:pt x="87449" y="31673"/>
                </a:cubicBezTo>
                <a:cubicBezTo>
                  <a:pt x="87449" y="31916"/>
                  <a:pt x="86750" y="33497"/>
                  <a:pt x="86750" y="33497"/>
                </a:cubicBezTo>
                <a:cubicBezTo>
                  <a:pt x="86750" y="33497"/>
                  <a:pt x="84166" y="33193"/>
                  <a:pt x="83710" y="32159"/>
                </a:cubicBezTo>
                <a:cubicBezTo>
                  <a:pt x="83254" y="31126"/>
                  <a:pt x="81886" y="27691"/>
                  <a:pt x="81886" y="27691"/>
                </a:cubicBezTo>
                <a:cubicBezTo>
                  <a:pt x="81886" y="27691"/>
                  <a:pt x="81826" y="28755"/>
                  <a:pt x="81431" y="29758"/>
                </a:cubicBezTo>
                <a:cubicBezTo>
                  <a:pt x="81066" y="30792"/>
                  <a:pt x="81248" y="31855"/>
                  <a:pt x="80762" y="33497"/>
                </a:cubicBezTo>
                <a:cubicBezTo>
                  <a:pt x="80245" y="35138"/>
                  <a:pt x="80002" y="35381"/>
                  <a:pt x="79607" y="34925"/>
                </a:cubicBezTo>
                <a:cubicBezTo>
                  <a:pt x="79242" y="34469"/>
                  <a:pt x="78087" y="33345"/>
                  <a:pt x="78482" y="31703"/>
                </a:cubicBezTo>
                <a:cubicBezTo>
                  <a:pt x="78847" y="30062"/>
                  <a:pt x="78391" y="31035"/>
                  <a:pt x="78026" y="28360"/>
                </a:cubicBezTo>
                <a:cubicBezTo>
                  <a:pt x="77631" y="25716"/>
                  <a:pt x="77479" y="24044"/>
                  <a:pt x="77479" y="24044"/>
                </a:cubicBezTo>
                <a:cubicBezTo>
                  <a:pt x="77479" y="24044"/>
                  <a:pt x="76263" y="25472"/>
                  <a:pt x="75899" y="27843"/>
                </a:cubicBezTo>
                <a:cubicBezTo>
                  <a:pt x="75503" y="30184"/>
                  <a:pt x="76719" y="30883"/>
                  <a:pt x="75899" y="32311"/>
                </a:cubicBezTo>
                <a:cubicBezTo>
                  <a:pt x="75047" y="33770"/>
                  <a:pt x="74288" y="34439"/>
                  <a:pt x="74288" y="35290"/>
                </a:cubicBezTo>
                <a:cubicBezTo>
                  <a:pt x="74288" y="36111"/>
                  <a:pt x="73923" y="37175"/>
                  <a:pt x="73710" y="36688"/>
                </a:cubicBezTo>
                <a:cubicBezTo>
                  <a:pt x="73528" y="36202"/>
                  <a:pt x="73345" y="33710"/>
                  <a:pt x="72494" y="32889"/>
                </a:cubicBezTo>
                <a:cubicBezTo>
                  <a:pt x="71674" y="32038"/>
                  <a:pt x="72129" y="34591"/>
                  <a:pt x="71825" y="34865"/>
                </a:cubicBezTo>
                <a:cubicBezTo>
                  <a:pt x="71522" y="35138"/>
                  <a:pt x="70306" y="36293"/>
                  <a:pt x="70306" y="36293"/>
                </a:cubicBezTo>
                <a:cubicBezTo>
                  <a:pt x="70306" y="36293"/>
                  <a:pt x="70670" y="34469"/>
                  <a:pt x="70306" y="33254"/>
                </a:cubicBezTo>
                <a:cubicBezTo>
                  <a:pt x="69911" y="32038"/>
                  <a:pt x="70366" y="29454"/>
                  <a:pt x="70306" y="28998"/>
                </a:cubicBezTo>
                <a:cubicBezTo>
                  <a:pt x="70215" y="28542"/>
                  <a:pt x="69394" y="26810"/>
                  <a:pt x="69394" y="26810"/>
                </a:cubicBezTo>
                <a:cubicBezTo>
                  <a:pt x="69394" y="26810"/>
                  <a:pt x="68360" y="28998"/>
                  <a:pt x="68056" y="30032"/>
                </a:cubicBezTo>
                <a:cubicBezTo>
                  <a:pt x="67752" y="31065"/>
                  <a:pt x="66689" y="30032"/>
                  <a:pt x="66719" y="31855"/>
                </a:cubicBezTo>
                <a:cubicBezTo>
                  <a:pt x="66780" y="33679"/>
                  <a:pt x="66202" y="36415"/>
                  <a:pt x="65807" y="36354"/>
                </a:cubicBezTo>
                <a:cubicBezTo>
                  <a:pt x="65442" y="36263"/>
                  <a:pt x="65017" y="34074"/>
                  <a:pt x="65047" y="33618"/>
                </a:cubicBezTo>
                <a:cubicBezTo>
                  <a:pt x="65047" y="33162"/>
                  <a:pt x="65716" y="32555"/>
                  <a:pt x="65047" y="30366"/>
                </a:cubicBezTo>
                <a:cubicBezTo>
                  <a:pt x="64409" y="28178"/>
                  <a:pt x="63619" y="26871"/>
                  <a:pt x="63619" y="26506"/>
                </a:cubicBezTo>
                <a:lnTo>
                  <a:pt x="63619" y="27934"/>
                </a:lnTo>
                <a:cubicBezTo>
                  <a:pt x="63619" y="28238"/>
                  <a:pt x="63436" y="31734"/>
                  <a:pt x="63315" y="32038"/>
                </a:cubicBezTo>
                <a:cubicBezTo>
                  <a:pt x="63193" y="32342"/>
                  <a:pt x="62889" y="32251"/>
                  <a:pt x="62403" y="35381"/>
                </a:cubicBezTo>
                <a:cubicBezTo>
                  <a:pt x="61916" y="38542"/>
                  <a:pt x="61248" y="38725"/>
                  <a:pt x="61065" y="38725"/>
                </a:cubicBezTo>
                <a:cubicBezTo>
                  <a:pt x="60883" y="38725"/>
                  <a:pt x="60609" y="33618"/>
                  <a:pt x="60609" y="33618"/>
                </a:cubicBezTo>
                <a:lnTo>
                  <a:pt x="59485" y="31035"/>
                </a:lnTo>
                <a:cubicBezTo>
                  <a:pt x="59485" y="31035"/>
                  <a:pt x="58877" y="36141"/>
                  <a:pt x="57874" y="36141"/>
                </a:cubicBezTo>
                <a:cubicBezTo>
                  <a:pt x="56901" y="36141"/>
                  <a:pt x="55746" y="34166"/>
                  <a:pt x="55716" y="33801"/>
                </a:cubicBezTo>
                <a:cubicBezTo>
                  <a:pt x="55685" y="33406"/>
                  <a:pt x="53406" y="31065"/>
                  <a:pt x="53193" y="29241"/>
                </a:cubicBezTo>
                <a:cubicBezTo>
                  <a:pt x="53011" y="27418"/>
                  <a:pt x="52737" y="26567"/>
                  <a:pt x="52737" y="26567"/>
                </a:cubicBezTo>
                <a:cubicBezTo>
                  <a:pt x="52737" y="26567"/>
                  <a:pt x="50883" y="29819"/>
                  <a:pt x="51035" y="31703"/>
                </a:cubicBezTo>
                <a:cubicBezTo>
                  <a:pt x="51187" y="33618"/>
                  <a:pt x="50245" y="36962"/>
                  <a:pt x="50245" y="36962"/>
                </a:cubicBezTo>
                <a:cubicBezTo>
                  <a:pt x="50245" y="36962"/>
                  <a:pt x="47874" y="35138"/>
                  <a:pt x="47114" y="32585"/>
                </a:cubicBezTo>
                <a:cubicBezTo>
                  <a:pt x="46354" y="30001"/>
                  <a:pt x="45138" y="26810"/>
                  <a:pt x="45138" y="26810"/>
                </a:cubicBezTo>
                <a:cubicBezTo>
                  <a:pt x="45138" y="26810"/>
                  <a:pt x="43314" y="32433"/>
                  <a:pt x="43831" y="33345"/>
                </a:cubicBezTo>
                <a:cubicBezTo>
                  <a:pt x="44317" y="34287"/>
                  <a:pt x="40700" y="35989"/>
                  <a:pt x="41095" y="37144"/>
                </a:cubicBezTo>
                <a:cubicBezTo>
                  <a:pt x="41460" y="38269"/>
                  <a:pt x="37813" y="38786"/>
                  <a:pt x="37813" y="38786"/>
                </a:cubicBezTo>
                <a:lnTo>
                  <a:pt x="35776" y="36293"/>
                </a:lnTo>
                <a:lnTo>
                  <a:pt x="34165" y="31734"/>
                </a:lnTo>
                <a:cubicBezTo>
                  <a:pt x="34165" y="31734"/>
                  <a:pt x="32889" y="35746"/>
                  <a:pt x="32341" y="36992"/>
                </a:cubicBezTo>
                <a:cubicBezTo>
                  <a:pt x="31825" y="38239"/>
                  <a:pt x="30670" y="40488"/>
                  <a:pt x="30670" y="40488"/>
                </a:cubicBezTo>
                <a:lnTo>
                  <a:pt x="27964" y="36688"/>
                </a:lnTo>
                <a:lnTo>
                  <a:pt x="26354" y="33558"/>
                </a:lnTo>
                <a:cubicBezTo>
                  <a:pt x="26354" y="33558"/>
                  <a:pt x="25138" y="37448"/>
                  <a:pt x="25320" y="38330"/>
                </a:cubicBezTo>
                <a:cubicBezTo>
                  <a:pt x="25502" y="39150"/>
                  <a:pt x="24378" y="40093"/>
                  <a:pt x="24378" y="40397"/>
                </a:cubicBezTo>
                <a:cubicBezTo>
                  <a:pt x="24378" y="40701"/>
                  <a:pt x="23040" y="40001"/>
                  <a:pt x="23040" y="40001"/>
                </a:cubicBezTo>
                <a:lnTo>
                  <a:pt x="23040" y="36141"/>
                </a:lnTo>
                <a:lnTo>
                  <a:pt x="21825" y="32646"/>
                </a:lnTo>
                <a:cubicBezTo>
                  <a:pt x="21825" y="32646"/>
                  <a:pt x="20943" y="35898"/>
                  <a:pt x="21095" y="36141"/>
                </a:cubicBezTo>
                <a:cubicBezTo>
                  <a:pt x="21247" y="36445"/>
                  <a:pt x="20578" y="38816"/>
                  <a:pt x="20578" y="38816"/>
                </a:cubicBezTo>
                <a:lnTo>
                  <a:pt x="17995" y="40001"/>
                </a:lnTo>
                <a:lnTo>
                  <a:pt x="16201" y="42342"/>
                </a:lnTo>
                <a:cubicBezTo>
                  <a:pt x="16201" y="42342"/>
                  <a:pt x="15897" y="40153"/>
                  <a:pt x="15502" y="38360"/>
                </a:cubicBezTo>
                <a:cubicBezTo>
                  <a:pt x="15137" y="36567"/>
                  <a:pt x="15502" y="34378"/>
                  <a:pt x="15502" y="34378"/>
                </a:cubicBezTo>
                <a:cubicBezTo>
                  <a:pt x="15502" y="34378"/>
                  <a:pt x="13800" y="36111"/>
                  <a:pt x="14286" y="39454"/>
                </a:cubicBezTo>
                <a:cubicBezTo>
                  <a:pt x="14803" y="42798"/>
                  <a:pt x="14499" y="44561"/>
                  <a:pt x="13830" y="45321"/>
                </a:cubicBezTo>
                <a:cubicBezTo>
                  <a:pt x="13162" y="46020"/>
                  <a:pt x="12007" y="45017"/>
                  <a:pt x="11642" y="47296"/>
                </a:cubicBezTo>
                <a:cubicBezTo>
                  <a:pt x="11247" y="49576"/>
                  <a:pt x="9423" y="51005"/>
                  <a:pt x="9058" y="51278"/>
                </a:cubicBezTo>
                <a:cubicBezTo>
                  <a:pt x="8663" y="51552"/>
                  <a:pt x="4195" y="54014"/>
                  <a:pt x="4195" y="54318"/>
                </a:cubicBezTo>
                <a:cubicBezTo>
                  <a:pt x="4195" y="54622"/>
                  <a:pt x="0" y="58117"/>
                  <a:pt x="0" y="58117"/>
                </a:cubicBezTo>
                <a:lnTo>
                  <a:pt x="188971" y="5811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1" name="Google Shape;191;p35"/>
          <p:cNvSpPr/>
          <p:nvPr/>
        </p:nvSpPr>
        <p:spPr>
          <a:xfrm flipH="1">
            <a:off x="732359" y="364077"/>
            <a:ext cx="1209790" cy="4978261"/>
          </a:xfrm>
          <a:custGeom>
            <a:avLst/>
            <a:gdLst/>
            <a:ahLst/>
            <a:cxnLst/>
            <a:rect l="l" t="t" r="r" b="b"/>
            <a:pathLst>
              <a:path w="12740" h="39803" extrusionOk="0">
                <a:moveTo>
                  <a:pt x="453" y="27420"/>
                </a:moveTo>
                <a:cubicBezTo>
                  <a:pt x="869" y="27730"/>
                  <a:pt x="1715" y="28444"/>
                  <a:pt x="2215" y="28456"/>
                </a:cubicBezTo>
                <a:cubicBezTo>
                  <a:pt x="1822" y="28456"/>
                  <a:pt x="1203" y="28420"/>
                  <a:pt x="762" y="28635"/>
                </a:cubicBezTo>
                <a:cubicBezTo>
                  <a:pt x="1429" y="28718"/>
                  <a:pt x="1881" y="29313"/>
                  <a:pt x="2393" y="29730"/>
                </a:cubicBezTo>
                <a:cubicBezTo>
                  <a:pt x="1953" y="29528"/>
                  <a:pt x="1417" y="29849"/>
                  <a:pt x="988" y="29444"/>
                </a:cubicBezTo>
                <a:cubicBezTo>
                  <a:pt x="1084" y="29587"/>
                  <a:pt x="1143" y="29754"/>
                  <a:pt x="1286" y="29885"/>
                </a:cubicBezTo>
                <a:cubicBezTo>
                  <a:pt x="1667" y="30302"/>
                  <a:pt x="2179" y="30444"/>
                  <a:pt x="2631" y="30683"/>
                </a:cubicBezTo>
                <a:cubicBezTo>
                  <a:pt x="2334" y="30837"/>
                  <a:pt x="1858" y="30754"/>
                  <a:pt x="1500" y="30837"/>
                </a:cubicBezTo>
                <a:cubicBezTo>
                  <a:pt x="2441" y="31052"/>
                  <a:pt x="3239" y="31635"/>
                  <a:pt x="4215" y="31814"/>
                </a:cubicBezTo>
                <a:cubicBezTo>
                  <a:pt x="4513" y="31873"/>
                  <a:pt x="4822" y="31933"/>
                  <a:pt x="5156" y="31992"/>
                </a:cubicBezTo>
                <a:lnTo>
                  <a:pt x="5156" y="39803"/>
                </a:lnTo>
                <a:lnTo>
                  <a:pt x="6239" y="39803"/>
                </a:lnTo>
                <a:lnTo>
                  <a:pt x="6239" y="32135"/>
                </a:lnTo>
                <a:cubicBezTo>
                  <a:pt x="6858" y="32171"/>
                  <a:pt x="7477" y="32028"/>
                  <a:pt x="8108" y="32207"/>
                </a:cubicBezTo>
                <a:cubicBezTo>
                  <a:pt x="8549" y="32349"/>
                  <a:pt x="8882" y="32528"/>
                  <a:pt x="9335" y="32492"/>
                </a:cubicBezTo>
                <a:cubicBezTo>
                  <a:pt x="9751" y="32469"/>
                  <a:pt x="10132" y="32326"/>
                  <a:pt x="10549" y="32326"/>
                </a:cubicBezTo>
                <a:cubicBezTo>
                  <a:pt x="10168" y="32171"/>
                  <a:pt x="9751" y="32064"/>
                  <a:pt x="9347" y="31933"/>
                </a:cubicBezTo>
                <a:cubicBezTo>
                  <a:pt x="10549" y="31957"/>
                  <a:pt x="12085" y="31659"/>
                  <a:pt x="12740" y="30230"/>
                </a:cubicBezTo>
                <a:cubicBezTo>
                  <a:pt x="12276" y="30444"/>
                  <a:pt x="11895" y="30540"/>
                  <a:pt x="11430" y="30230"/>
                </a:cubicBezTo>
                <a:cubicBezTo>
                  <a:pt x="11573" y="30111"/>
                  <a:pt x="11787" y="29968"/>
                  <a:pt x="12014" y="29861"/>
                </a:cubicBezTo>
                <a:cubicBezTo>
                  <a:pt x="11609" y="29873"/>
                  <a:pt x="11216" y="29694"/>
                  <a:pt x="10883" y="29444"/>
                </a:cubicBezTo>
                <a:cubicBezTo>
                  <a:pt x="11240" y="29206"/>
                  <a:pt x="11597" y="28932"/>
                  <a:pt x="11895" y="28611"/>
                </a:cubicBezTo>
                <a:cubicBezTo>
                  <a:pt x="12014" y="28480"/>
                  <a:pt x="12097" y="28313"/>
                  <a:pt x="12216" y="28194"/>
                </a:cubicBezTo>
                <a:cubicBezTo>
                  <a:pt x="11835" y="28385"/>
                  <a:pt x="11121" y="28373"/>
                  <a:pt x="10799" y="28385"/>
                </a:cubicBezTo>
                <a:cubicBezTo>
                  <a:pt x="10894" y="28218"/>
                  <a:pt x="11025" y="28099"/>
                  <a:pt x="11180" y="28039"/>
                </a:cubicBezTo>
                <a:cubicBezTo>
                  <a:pt x="10775" y="28039"/>
                  <a:pt x="10382" y="28063"/>
                  <a:pt x="9990" y="28158"/>
                </a:cubicBezTo>
                <a:cubicBezTo>
                  <a:pt x="10192" y="27956"/>
                  <a:pt x="10502" y="27670"/>
                  <a:pt x="10763" y="27599"/>
                </a:cubicBezTo>
                <a:cubicBezTo>
                  <a:pt x="10359" y="27730"/>
                  <a:pt x="9251" y="27825"/>
                  <a:pt x="8930" y="27420"/>
                </a:cubicBezTo>
                <a:cubicBezTo>
                  <a:pt x="9656" y="27087"/>
                  <a:pt x="10371" y="27242"/>
                  <a:pt x="11025" y="26658"/>
                </a:cubicBezTo>
                <a:cubicBezTo>
                  <a:pt x="11454" y="26277"/>
                  <a:pt x="11680" y="25646"/>
                  <a:pt x="12109" y="25265"/>
                </a:cubicBezTo>
                <a:cubicBezTo>
                  <a:pt x="11847" y="25468"/>
                  <a:pt x="11454" y="25337"/>
                  <a:pt x="11144" y="25301"/>
                </a:cubicBezTo>
                <a:cubicBezTo>
                  <a:pt x="11240" y="25241"/>
                  <a:pt x="11311" y="25134"/>
                  <a:pt x="11394" y="25087"/>
                </a:cubicBezTo>
                <a:cubicBezTo>
                  <a:pt x="11156" y="25027"/>
                  <a:pt x="10906" y="25099"/>
                  <a:pt x="10656" y="25099"/>
                </a:cubicBezTo>
                <a:cubicBezTo>
                  <a:pt x="11013" y="24944"/>
                  <a:pt x="11323" y="24706"/>
                  <a:pt x="11656" y="24515"/>
                </a:cubicBezTo>
                <a:cubicBezTo>
                  <a:pt x="10954" y="24503"/>
                  <a:pt x="10406" y="24587"/>
                  <a:pt x="9763" y="24158"/>
                </a:cubicBezTo>
                <a:cubicBezTo>
                  <a:pt x="9990" y="24027"/>
                  <a:pt x="10359" y="23848"/>
                  <a:pt x="10490" y="23622"/>
                </a:cubicBezTo>
                <a:cubicBezTo>
                  <a:pt x="10240" y="23575"/>
                  <a:pt x="9966" y="23551"/>
                  <a:pt x="9728" y="23432"/>
                </a:cubicBezTo>
                <a:cubicBezTo>
                  <a:pt x="10168" y="22741"/>
                  <a:pt x="10716" y="22265"/>
                  <a:pt x="11061" y="21467"/>
                </a:cubicBezTo>
                <a:cubicBezTo>
                  <a:pt x="10430" y="21836"/>
                  <a:pt x="8394" y="23027"/>
                  <a:pt x="7977" y="21789"/>
                </a:cubicBezTo>
                <a:cubicBezTo>
                  <a:pt x="8632" y="21610"/>
                  <a:pt x="9251" y="21348"/>
                  <a:pt x="9894" y="21134"/>
                </a:cubicBezTo>
                <a:cubicBezTo>
                  <a:pt x="9668" y="21062"/>
                  <a:pt x="9394" y="21122"/>
                  <a:pt x="9156" y="21039"/>
                </a:cubicBezTo>
                <a:cubicBezTo>
                  <a:pt x="9466" y="20884"/>
                  <a:pt x="9835" y="20812"/>
                  <a:pt x="10168" y="20693"/>
                </a:cubicBezTo>
                <a:cubicBezTo>
                  <a:pt x="10013" y="20681"/>
                  <a:pt x="9930" y="20574"/>
                  <a:pt x="9811" y="20515"/>
                </a:cubicBezTo>
                <a:cubicBezTo>
                  <a:pt x="10049" y="20158"/>
                  <a:pt x="10847" y="19753"/>
                  <a:pt x="11192" y="19515"/>
                </a:cubicBezTo>
                <a:cubicBezTo>
                  <a:pt x="10823" y="19634"/>
                  <a:pt x="10263" y="19634"/>
                  <a:pt x="9894" y="19503"/>
                </a:cubicBezTo>
                <a:cubicBezTo>
                  <a:pt x="10121" y="19288"/>
                  <a:pt x="10359" y="19038"/>
                  <a:pt x="10597" y="18848"/>
                </a:cubicBezTo>
                <a:cubicBezTo>
                  <a:pt x="10013" y="18776"/>
                  <a:pt x="9394" y="18991"/>
                  <a:pt x="8799" y="18955"/>
                </a:cubicBezTo>
                <a:cubicBezTo>
                  <a:pt x="9013" y="18812"/>
                  <a:pt x="9239" y="18610"/>
                  <a:pt x="9466" y="18491"/>
                </a:cubicBezTo>
                <a:cubicBezTo>
                  <a:pt x="8644" y="18610"/>
                  <a:pt x="8085" y="18538"/>
                  <a:pt x="7334" y="18026"/>
                </a:cubicBezTo>
                <a:cubicBezTo>
                  <a:pt x="7930" y="18038"/>
                  <a:pt x="8513" y="17979"/>
                  <a:pt x="9108" y="17919"/>
                </a:cubicBezTo>
                <a:cubicBezTo>
                  <a:pt x="8978" y="17907"/>
                  <a:pt x="8835" y="17860"/>
                  <a:pt x="8692" y="17848"/>
                </a:cubicBezTo>
                <a:cubicBezTo>
                  <a:pt x="8823" y="17800"/>
                  <a:pt x="8954" y="17729"/>
                  <a:pt x="9097" y="17681"/>
                </a:cubicBezTo>
                <a:cubicBezTo>
                  <a:pt x="8811" y="17693"/>
                  <a:pt x="8537" y="17669"/>
                  <a:pt x="8275" y="17574"/>
                </a:cubicBezTo>
                <a:cubicBezTo>
                  <a:pt x="8870" y="17455"/>
                  <a:pt x="9156" y="17360"/>
                  <a:pt x="9632" y="16907"/>
                </a:cubicBezTo>
                <a:cubicBezTo>
                  <a:pt x="9359" y="16895"/>
                  <a:pt x="9097" y="16895"/>
                  <a:pt x="8835" y="16895"/>
                </a:cubicBezTo>
                <a:cubicBezTo>
                  <a:pt x="9525" y="16907"/>
                  <a:pt x="9609" y="15645"/>
                  <a:pt x="10049" y="15181"/>
                </a:cubicBezTo>
                <a:cubicBezTo>
                  <a:pt x="9418" y="15574"/>
                  <a:pt x="8978" y="15609"/>
                  <a:pt x="8275" y="15657"/>
                </a:cubicBezTo>
                <a:cubicBezTo>
                  <a:pt x="8739" y="15514"/>
                  <a:pt x="9037" y="15133"/>
                  <a:pt x="9394" y="14800"/>
                </a:cubicBezTo>
                <a:cubicBezTo>
                  <a:pt x="9239" y="14871"/>
                  <a:pt x="9073" y="14931"/>
                  <a:pt x="8942" y="14978"/>
                </a:cubicBezTo>
                <a:cubicBezTo>
                  <a:pt x="9049" y="14800"/>
                  <a:pt x="9180" y="14633"/>
                  <a:pt x="9299" y="14466"/>
                </a:cubicBezTo>
                <a:cubicBezTo>
                  <a:pt x="8978" y="14526"/>
                  <a:pt x="8585" y="14573"/>
                  <a:pt x="8275" y="14562"/>
                </a:cubicBezTo>
                <a:cubicBezTo>
                  <a:pt x="8858" y="14109"/>
                  <a:pt x="9168" y="13335"/>
                  <a:pt x="9549" y="12680"/>
                </a:cubicBezTo>
                <a:cubicBezTo>
                  <a:pt x="8942" y="13073"/>
                  <a:pt x="8442" y="13657"/>
                  <a:pt x="7692" y="13383"/>
                </a:cubicBezTo>
                <a:cubicBezTo>
                  <a:pt x="7906" y="13311"/>
                  <a:pt x="8096" y="13204"/>
                  <a:pt x="8299" y="13145"/>
                </a:cubicBezTo>
                <a:cubicBezTo>
                  <a:pt x="8239" y="13133"/>
                  <a:pt x="8144" y="13038"/>
                  <a:pt x="8025" y="13038"/>
                </a:cubicBezTo>
                <a:cubicBezTo>
                  <a:pt x="8287" y="12919"/>
                  <a:pt x="8561" y="12704"/>
                  <a:pt x="8799" y="12549"/>
                </a:cubicBezTo>
                <a:cubicBezTo>
                  <a:pt x="8525" y="12549"/>
                  <a:pt x="8239" y="12490"/>
                  <a:pt x="7977" y="12490"/>
                </a:cubicBezTo>
                <a:cubicBezTo>
                  <a:pt x="8704" y="12240"/>
                  <a:pt x="9001" y="11525"/>
                  <a:pt x="9275" y="10740"/>
                </a:cubicBezTo>
                <a:cubicBezTo>
                  <a:pt x="8978" y="10990"/>
                  <a:pt x="8692" y="11240"/>
                  <a:pt x="8323" y="11180"/>
                </a:cubicBezTo>
                <a:cubicBezTo>
                  <a:pt x="8466" y="11037"/>
                  <a:pt x="8620" y="10835"/>
                  <a:pt x="8620" y="10633"/>
                </a:cubicBezTo>
                <a:cubicBezTo>
                  <a:pt x="8382" y="10799"/>
                  <a:pt x="8096" y="10930"/>
                  <a:pt x="7846" y="10775"/>
                </a:cubicBezTo>
                <a:cubicBezTo>
                  <a:pt x="7942" y="10704"/>
                  <a:pt x="8025" y="10573"/>
                  <a:pt x="8156" y="10513"/>
                </a:cubicBezTo>
                <a:cubicBezTo>
                  <a:pt x="7787" y="10478"/>
                  <a:pt x="7454" y="10478"/>
                  <a:pt x="7096" y="10335"/>
                </a:cubicBezTo>
                <a:cubicBezTo>
                  <a:pt x="7942" y="10502"/>
                  <a:pt x="8180" y="9513"/>
                  <a:pt x="8525" y="8799"/>
                </a:cubicBezTo>
                <a:cubicBezTo>
                  <a:pt x="8168" y="8906"/>
                  <a:pt x="7799" y="8930"/>
                  <a:pt x="7430" y="8918"/>
                </a:cubicBezTo>
                <a:cubicBezTo>
                  <a:pt x="7656" y="8847"/>
                  <a:pt x="7894" y="8692"/>
                  <a:pt x="8025" y="8489"/>
                </a:cubicBezTo>
                <a:cubicBezTo>
                  <a:pt x="7704" y="8573"/>
                  <a:pt x="7323" y="8549"/>
                  <a:pt x="7084" y="8239"/>
                </a:cubicBezTo>
                <a:cubicBezTo>
                  <a:pt x="7394" y="7966"/>
                  <a:pt x="7835" y="7799"/>
                  <a:pt x="8108" y="7465"/>
                </a:cubicBezTo>
                <a:cubicBezTo>
                  <a:pt x="7846" y="7668"/>
                  <a:pt x="7489" y="7477"/>
                  <a:pt x="7192" y="7382"/>
                </a:cubicBezTo>
                <a:cubicBezTo>
                  <a:pt x="7382" y="7263"/>
                  <a:pt x="7620" y="7073"/>
                  <a:pt x="7692" y="6834"/>
                </a:cubicBezTo>
                <a:cubicBezTo>
                  <a:pt x="7513" y="6930"/>
                  <a:pt x="7287" y="6954"/>
                  <a:pt x="7108" y="6906"/>
                </a:cubicBezTo>
                <a:cubicBezTo>
                  <a:pt x="7239" y="6775"/>
                  <a:pt x="7370" y="6644"/>
                  <a:pt x="7465" y="6489"/>
                </a:cubicBezTo>
                <a:cubicBezTo>
                  <a:pt x="7263" y="6465"/>
                  <a:pt x="6989" y="6430"/>
                  <a:pt x="6811" y="6394"/>
                </a:cubicBezTo>
                <a:cubicBezTo>
                  <a:pt x="7025" y="6275"/>
                  <a:pt x="7215" y="6096"/>
                  <a:pt x="7370" y="5870"/>
                </a:cubicBezTo>
                <a:cubicBezTo>
                  <a:pt x="7156" y="5882"/>
                  <a:pt x="6942" y="5834"/>
                  <a:pt x="6727" y="5811"/>
                </a:cubicBezTo>
                <a:cubicBezTo>
                  <a:pt x="7096" y="5620"/>
                  <a:pt x="7251" y="5108"/>
                  <a:pt x="7454" y="4727"/>
                </a:cubicBezTo>
                <a:cubicBezTo>
                  <a:pt x="7192" y="4858"/>
                  <a:pt x="6894" y="4929"/>
                  <a:pt x="6620" y="5049"/>
                </a:cubicBezTo>
                <a:cubicBezTo>
                  <a:pt x="6739" y="4882"/>
                  <a:pt x="6906" y="4703"/>
                  <a:pt x="7073" y="4608"/>
                </a:cubicBezTo>
                <a:cubicBezTo>
                  <a:pt x="6846" y="4608"/>
                  <a:pt x="6620" y="4620"/>
                  <a:pt x="6394" y="4608"/>
                </a:cubicBezTo>
                <a:cubicBezTo>
                  <a:pt x="6561" y="4406"/>
                  <a:pt x="6680" y="4167"/>
                  <a:pt x="6846" y="4013"/>
                </a:cubicBezTo>
                <a:cubicBezTo>
                  <a:pt x="6596" y="4215"/>
                  <a:pt x="6275" y="4227"/>
                  <a:pt x="5977" y="4215"/>
                </a:cubicBezTo>
                <a:cubicBezTo>
                  <a:pt x="6215" y="4156"/>
                  <a:pt x="6430" y="3965"/>
                  <a:pt x="6608" y="3775"/>
                </a:cubicBezTo>
                <a:cubicBezTo>
                  <a:pt x="6477" y="3834"/>
                  <a:pt x="6358" y="3798"/>
                  <a:pt x="6215" y="3810"/>
                </a:cubicBezTo>
                <a:cubicBezTo>
                  <a:pt x="6334" y="3691"/>
                  <a:pt x="6453" y="3548"/>
                  <a:pt x="6561" y="3429"/>
                </a:cubicBezTo>
                <a:cubicBezTo>
                  <a:pt x="6441" y="3453"/>
                  <a:pt x="6275" y="3394"/>
                  <a:pt x="6156" y="3417"/>
                </a:cubicBezTo>
                <a:cubicBezTo>
                  <a:pt x="6132" y="3144"/>
                  <a:pt x="6132" y="2882"/>
                  <a:pt x="6299" y="2703"/>
                </a:cubicBezTo>
                <a:cubicBezTo>
                  <a:pt x="6084" y="2536"/>
                  <a:pt x="6180" y="2203"/>
                  <a:pt x="6120" y="1941"/>
                </a:cubicBezTo>
                <a:cubicBezTo>
                  <a:pt x="6132" y="1905"/>
                  <a:pt x="6144" y="1893"/>
                  <a:pt x="6156" y="1881"/>
                </a:cubicBezTo>
                <a:cubicBezTo>
                  <a:pt x="6156" y="1250"/>
                  <a:pt x="6084" y="631"/>
                  <a:pt x="6072" y="0"/>
                </a:cubicBezTo>
                <a:cubicBezTo>
                  <a:pt x="6072" y="679"/>
                  <a:pt x="5953" y="2370"/>
                  <a:pt x="5465" y="2298"/>
                </a:cubicBezTo>
                <a:cubicBezTo>
                  <a:pt x="5489" y="2620"/>
                  <a:pt x="5644" y="2905"/>
                  <a:pt x="5739" y="3191"/>
                </a:cubicBezTo>
                <a:cubicBezTo>
                  <a:pt x="5549" y="3155"/>
                  <a:pt x="5370" y="3060"/>
                  <a:pt x="5179" y="3013"/>
                </a:cubicBezTo>
                <a:cubicBezTo>
                  <a:pt x="5287" y="3322"/>
                  <a:pt x="5560" y="3489"/>
                  <a:pt x="5525" y="3870"/>
                </a:cubicBezTo>
                <a:cubicBezTo>
                  <a:pt x="5429" y="3798"/>
                  <a:pt x="5251" y="3775"/>
                  <a:pt x="5191" y="3727"/>
                </a:cubicBezTo>
                <a:cubicBezTo>
                  <a:pt x="5298" y="4025"/>
                  <a:pt x="5441" y="4275"/>
                  <a:pt x="5584" y="4548"/>
                </a:cubicBezTo>
                <a:cubicBezTo>
                  <a:pt x="5251" y="4572"/>
                  <a:pt x="4810" y="4429"/>
                  <a:pt x="4584" y="4144"/>
                </a:cubicBezTo>
                <a:cubicBezTo>
                  <a:pt x="4727" y="4644"/>
                  <a:pt x="5168" y="4941"/>
                  <a:pt x="5322" y="5394"/>
                </a:cubicBezTo>
                <a:cubicBezTo>
                  <a:pt x="5060" y="5382"/>
                  <a:pt x="4810" y="5239"/>
                  <a:pt x="4536" y="5215"/>
                </a:cubicBezTo>
                <a:cubicBezTo>
                  <a:pt x="4727" y="5560"/>
                  <a:pt x="5001" y="5858"/>
                  <a:pt x="5168" y="6227"/>
                </a:cubicBezTo>
                <a:cubicBezTo>
                  <a:pt x="4870" y="6227"/>
                  <a:pt x="4548" y="6013"/>
                  <a:pt x="4286" y="6120"/>
                </a:cubicBezTo>
                <a:cubicBezTo>
                  <a:pt x="4536" y="6465"/>
                  <a:pt x="5084" y="6692"/>
                  <a:pt x="5168" y="7168"/>
                </a:cubicBezTo>
                <a:cubicBezTo>
                  <a:pt x="4882" y="7144"/>
                  <a:pt x="4608" y="7061"/>
                  <a:pt x="4358" y="6906"/>
                </a:cubicBezTo>
                <a:cubicBezTo>
                  <a:pt x="4667" y="7489"/>
                  <a:pt x="4989" y="7835"/>
                  <a:pt x="5441" y="8216"/>
                </a:cubicBezTo>
                <a:cubicBezTo>
                  <a:pt x="5084" y="8251"/>
                  <a:pt x="4810" y="8442"/>
                  <a:pt x="4429" y="8358"/>
                </a:cubicBezTo>
                <a:cubicBezTo>
                  <a:pt x="4036" y="8263"/>
                  <a:pt x="3632" y="7954"/>
                  <a:pt x="3263" y="7775"/>
                </a:cubicBezTo>
                <a:cubicBezTo>
                  <a:pt x="3501" y="8549"/>
                  <a:pt x="4406" y="8656"/>
                  <a:pt x="4632" y="9430"/>
                </a:cubicBezTo>
                <a:cubicBezTo>
                  <a:pt x="4489" y="9382"/>
                  <a:pt x="4334" y="9430"/>
                  <a:pt x="4191" y="9370"/>
                </a:cubicBezTo>
                <a:cubicBezTo>
                  <a:pt x="4179" y="9430"/>
                  <a:pt x="4167" y="9501"/>
                  <a:pt x="4155" y="9561"/>
                </a:cubicBezTo>
                <a:cubicBezTo>
                  <a:pt x="3870" y="9609"/>
                  <a:pt x="3632" y="9466"/>
                  <a:pt x="3358" y="9335"/>
                </a:cubicBezTo>
                <a:cubicBezTo>
                  <a:pt x="3536" y="9668"/>
                  <a:pt x="3798" y="9942"/>
                  <a:pt x="3977" y="10263"/>
                </a:cubicBezTo>
                <a:cubicBezTo>
                  <a:pt x="3644" y="10228"/>
                  <a:pt x="3322" y="10156"/>
                  <a:pt x="3060" y="9906"/>
                </a:cubicBezTo>
                <a:cubicBezTo>
                  <a:pt x="3203" y="10633"/>
                  <a:pt x="3560" y="10954"/>
                  <a:pt x="3929" y="11430"/>
                </a:cubicBezTo>
                <a:cubicBezTo>
                  <a:pt x="3393" y="11609"/>
                  <a:pt x="2882" y="11168"/>
                  <a:pt x="2370" y="11168"/>
                </a:cubicBezTo>
                <a:cubicBezTo>
                  <a:pt x="2643" y="11692"/>
                  <a:pt x="3036" y="12121"/>
                  <a:pt x="3441" y="12478"/>
                </a:cubicBezTo>
                <a:cubicBezTo>
                  <a:pt x="3239" y="12478"/>
                  <a:pt x="3036" y="12478"/>
                  <a:pt x="2846" y="12490"/>
                </a:cubicBezTo>
                <a:cubicBezTo>
                  <a:pt x="3048" y="13002"/>
                  <a:pt x="3584" y="13276"/>
                  <a:pt x="3953" y="13550"/>
                </a:cubicBezTo>
                <a:cubicBezTo>
                  <a:pt x="3572" y="13573"/>
                  <a:pt x="3143" y="13871"/>
                  <a:pt x="2786" y="13752"/>
                </a:cubicBezTo>
                <a:cubicBezTo>
                  <a:pt x="3048" y="14026"/>
                  <a:pt x="3322" y="14323"/>
                  <a:pt x="3655" y="14490"/>
                </a:cubicBezTo>
                <a:cubicBezTo>
                  <a:pt x="2965" y="14704"/>
                  <a:pt x="2512" y="14383"/>
                  <a:pt x="1893" y="14014"/>
                </a:cubicBezTo>
                <a:cubicBezTo>
                  <a:pt x="2310" y="14728"/>
                  <a:pt x="2608" y="15383"/>
                  <a:pt x="3286" y="15824"/>
                </a:cubicBezTo>
                <a:cubicBezTo>
                  <a:pt x="3084" y="16097"/>
                  <a:pt x="2631" y="16074"/>
                  <a:pt x="2334" y="16038"/>
                </a:cubicBezTo>
                <a:cubicBezTo>
                  <a:pt x="2489" y="16157"/>
                  <a:pt x="2489" y="16300"/>
                  <a:pt x="2560" y="16455"/>
                </a:cubicBezTo>
                <a:lnTo>
                  <a:pt x="2036" y="16455"/>
                </a:lnTo>
                <a:cubicBezTo>
                  <a:pt x="2191" y="16729"/>
                  <a:pt x="2441" y="16883"/>
                  <a:pt x="2703" y="16967"/>
                </a:cubicBezTo>
                <a:cubicBezTo>
                  <a:pt x="2036" y="17371"/>
                  <a:pt x="1084" y="17002"/>
                  <a:pt x="643" y="16300"/>
                </a:cubicBezTo>
                <a:cubicBezTo>
                  <a:pt x="965" y="17288"/>
                  <a:pt x="1905" y="17360"/>
                  <a:pt x="2262" y="18205"/>
                </a:cubicBezTo>
                <a:cubicBezTo>
                  <a:pt x="2167" y="18217"/>
                  <a:pt x="2048" y="18360"/>
                  <a:pt x="1917" y="18324"/>
                </a:cubicBezTo>
                <a:cubicBezTo>
                  <a:pt x="2108" y="18586"/>
                  <a:pt x="2370" y="18753"/>
                  <a:pt x="2620" y="18931"/>
                </a:cubicBezTo>
                <a:cubicBezTo>
                  <a:pt x="2191" y="18979"/>
                  <a:pt x="1619" y="18907"/>
                  <a:pt x="1274" y="18550"/>
                </a:cubicBezTo>
                <a:cubicBezTo>
                  <a:pt x="1488" y="19026"/>
                  <a:pt x="2691" y="19741"/>
                  <a:pt x="2560" y="20205"/>
                </a:cubicBezTo>
                <a:cubicBezTo>
                  <a:pt x="2334" y="20205"/>
                  <a:pt x="2096" y="20169"/>
                  <a:pt x="1893" y="20217"/>
                </a:cubicBezTo>
                <a:cubicBezTo>
                  <a:pt x="2036" y="20622"/>
                  <a:pt x="2441" y="20920"/>
                  <a:pt x="2798" y="20943"/>
                </a:cubicBezTo>
                <a:cubicBezTo>
                  <a:pt x="2143" y="21336"/>
                  <a:pt x="822" y="21348"/>
                  <a:pt x="143" y="20824"/>
                </a:cubicBezTo>
                <a:cubicBezTo>
                  <a:pt x="322" y="21062"/>
                  <a:pt x="357" y="21467"/>
                  <a:pt x="524" y="21753"/>
                </a:cubicBezTo>
                <a:cubicBezTo>
                  <a:pt x="834" y="22289"/>
                  <a:pt x="1191" y="22313"/>
                  <a:pt x="1667" y="22527"/>
                </a:cubicBezTo>
                <a:cubicBezTo>
                  <a:pt x="1548" y="22503"/>
                  <a:pt x="1393" y="22539"/>
                  <a:pt x="1274" y="22539"/>
                </a:cubicBezTo>
                <a:cubicBezTo>
                  <a:pt x="1619" y="22979"/>
                  <a:pt x="1929" y="23396"/>
                  <a:pt x="2441" y="23551"/>
                </a:cubicBezTo>
                <a:cubicBezTo>
                  <a:pt x="2024" y="23384"/>
                  <a:pt x="1536" y="23456"/>
                  <a:pt x="1191" y="23098"/>
                </a:cubicBezTo>
                <a:cubicBezTo>
                  <a:pt x="1334" y="23444"/>
                  <a:pt x="1536" y="23777"/>
                  <a:pt x="1786" y="24015"/>
                </a:cubicBezTo>
                <a:cubicBezTo>
                  <a:pt x="2012" y="24218"/>
                  <a:pt x="2381" y="24229"/>
                  <a:pt x="2501" y="24563"/>
                </a:cubicBezTo>
                <a:cubicBezTo>
                  <a:pt x="2072" y="24491"/>
                  <a:pt x="1500" y="24337"/>
                  <a:pt x="1072" y="24515"/>
                </a:cubicBezTo>
                <a:cubicBezTo>
                  <a:pt x="1679" y="24527"/>
                  <a:pt x="2453" y="24932"/>
                  <a:pt x="2810" y="25539"/>
                </a:cubicBezTo>
                <a:cubicBezTo>
                  <a:pt x="2167" y="25575"/>
                  <a:pt x="1560" y="25718"/>
                  <a:pt x="905" y="25682"/>
                </a:cubicBezTo>
                <a:cubicBezTo>
                  <a:pt x="1096" y="26075"/>
                  <a:pt x="2072" y="26289"/>
                  <a:pt x="2393" y="26694"/>
                </a:cubicBezTo>
                <a:cubicBezTo>
                  <a:pt x="1917" y="26551"/>
                  <a:pt x="1358" y="26599"/>
                  <a:pt x="857" y="26634"/>
                </a:cubicBezTo>
                <a:cubicBezTo>
                  <a:pt x="1012" y="26837"/>
                  <a:pt x="1191" y="27027"/>
                  <a:pt x="1381" y="27206"/>
                </a:cubicBezTo>
                <a:cubicBezTo>
                  <a:pt x="1072" y="27075"/>
                  <a:pt x="369" y="26956"/>
                  <a:pt x="0" y="26670"/>
                </a:cubicBezTo>
                <a:cubicBezTo>
                  <a:pt x="107" y="26920"/>
                  <a:pt x="191" y="27218"/>
                  <a:pt x="453" y="2742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&lt;</a:t>
            </a:r>
            <a:endParaRPr lang="en-GB"/>
          </a:p>
        </p:txBody>
      </p:sp>
      <p:sp>
        <p:nvSpPr>
          <p:cNvPr id="192" name="Google Shape;192;p35"/>
          <p:cNvSpPr/>
          <p:nvPr/>
        </p:nvSpPr>
        <p:spPr>
          <a:xfrm>
            <a:off x="7326413" y="2099377"/>
            <a:ext cx="1010987" cy="3098357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3" name="Google Shape;193;p35"/>
          <p:cNvSpPr/>
          <p:nvPr/>
        </p:nvSpPr>
        <p:spPr>
          <a:xfrm>
            <a:off x="6886037" y="186954"/>
            <a:ext cx="3721783" cy="664184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1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6"/>
          <p:cNvSpPr/>
          <p:nvPr/>
        </p:nvSpPr>
        <p:spPr>
          <a:xfrm flipH="1">
            <a:off x="-1166041" y="1236275"/>
            <a:ext cx="4471064" cy="4318028"/>
          </a:xfrm>
          <a:custGeom>
            <a:avLst/>
            <a:gdLst/>
            <a:ahLst/>
            <a:cxnLst/>
            <a:rect l="l" t="t" r="r" b="b"/>
            <a:pathLst>
              <a:path w="119030" h="66871" extrusionOk="0">
                <a:moveTo>
                  <a:pt x="0" y="48573"/>
                </a:moveTo>
                <a:lnTo>
                  <a:pt x="24894" y="30883"/>
                </a:lnTo>
                <a:lnTo>
                  <a:pt x="42736" y="23162"/>
                </a:lnTo>
                <a:lnTo>
                  <a:pt x="60336" y="3527"/>
                </a:lnTo>
                <a:lnTo>
                  <a:pt x="63861" y="1"/>
                </a:lnTo>
                <a:lnTo>
                  <a:pt x="69637" y="1"/>
                </a:lnTo>
                <a:lnTo>
                  <a:pt x="77509" y="4803"/>
                </a:lnTo>
                <a:lnTo>
                  <a:pt x="82828" y="4560"/>
                </a:lnTo>
                <a:lnTo>
                  <a:pt x="85868" y="8603"/>
                </a:lnTo>
                <a:lnTo>
                  <a:pt x="105352" y="24317"/>
                </a:lnTo>
                <a:lnTo>
                  <a:pt x="119030" y="66871"/>
                </a:lnTo>
                <a:lnTo>
                  <a:pt x="0" y="6687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6" name="Google Shape;196;p36"/>
          <p:cNvSpPr/>
          <p:nvPr/>
        </p:nvSpPr>
        <p:spPr>
          <a:xfrm flipH="1">
            <a:off x="-96288" y="1790125"/>
            <a:ext cx="5380213" cy="4408989"/>
          </a:xfrm>
          <a:custGeom>
            <a:avLst/>
            <a:gdLst/>
            <a:ahLst/>
            <a:cxnLst/>
            <a:rect l="l" t="t" r="r" b="b"/>
            <a:pathLst>
              <a:path w="276298" h="95443" extrusionOk="0">
                <a:moveTo>
                  <a:pt x="276298" y="0"/>
                </a:moveTo>
                <a:lnTo>
                  <a:pt x="272833" y="2341"/>
                </a:lnTo>
                <a:lnTo>
                  <a:pt x="266054" y="6596"/>
                </a:lnTo>
                <a:lnTo>
                  <a:pt x="255051" y="12250"/>
                </a:lnTo>
                <a:lnTo>
                  <a:pt x="246145" y="18207"/>
                </a:lnTo>
                <a:lnTo>
                  <a:pt x="235628" y="16961"/>
                </a:lnTo>
                <a:lnTo>
                  <a:pt x="226783" y="18450"/>
                </a:lnTo>
                <a:lnTo>
                  <a:pt x="219579" y="24712"/>
                </a:lnTo>
                <a:lnTo>
                  <a:pt x="200369" y="35502"/>
                </a:lnTo>
                <a:lnTo>
                  <a:pt x="178454" y="35715"/>
                </a:lnTo>
                <a:lnTo>
                  <a:pt x="170429" y="34469"/>
                </a:lnTo>
                <a:lnTo>
                  <a:pt x="155384" y="25381"/>
                </a:lnTo>
                <a:lnTo>
                  <a:pt x="144411" y="24165"/>
                </a:lnTo>
                <a:lnTo>
                  <a:pt x="133620" y="17569"/>
                </a:lnTo>
                <a:lnTo>
                  <a:pt x="125292" y="19271"/>
                </a:lnTo>
                <a:lnTo>
                  <a:pt x="117875" y="23344"/>
                </a:lnTo>
                <a:lnTo>
                  <a:pt x="93802" y="40123"/>
                </a:lnTo>
                <a:lnTo>
                  <a:pt x="62160" y="47995"/>
                </a:lnTo>
                <a:lnTo>
                  <a:pt x="51218" y="54652"/>
                </a:lnTo>
                <a:lnTo>
                  <a:pt x="38786" y="56202"/>
                </a:lnTo>
                <a:lnTo>
                  <a:pt x="26202" y="60305"/>
                </a:lnTo>
                <a:lnTo>
                  <a:pt x="7053" y="73801"/>
                </a:lnTo>
                <a:lnTo>
                  <a:pt x="1" y="76050"/>
                </a:lnTo>
                <a:lnTo>
                  <a:pt x="1" y="91035"/>
                </a:lnTo>
                <a:lnTo>
                  <a:pt x="126052" y="88603"/>
                </a:lnTo>
                <a:lnTo>
                  <a:pt x="255325" y="95199"/>
                </a:lnTo>
                <a:lnTo>
                  <a:pt x="276298" y="9544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7" name="Google Shape;197;p36"/>
          <p:cNvSpPr/>
          <p:nvPr/>
        </p:nvSpPr>
        <p:spPr>
          <a:xfrm flipH="1">
            <a:off x="3574725" y="2534525"/>
            <a:ext cx="6899449" cy="2760895"/>
          </a:xfrm>
          <a:custGeom>
            <a:avLst/>
            <a:gdLst/>
            <a:ahLst/>
            <a:cxnLst/>
            <a:rect l="l" t="t" r="r" b="b"/>
            <a:pathLst>
              <a:path w="240127" h="79668" extrusionOk="0">
                <a:moveTo>
                  <a:pt x="240127" y="66111"/>
                </a:moveTo>
                <a:cubicBezTo>
                  <a:pt x="240127" y="66111"/>
                  <a:pt x="203348" y="53558"/>
                  <a:pt x="198181" y="51734"/>
                </a:cubicBezTo>
                <a:cubicBezTo>
                  <a:pt x="193013" y="49910"/>
                  <a:pt x="176144" y="39028"/>
                  <a:pt x="172527" y="37509"/>
                </a:cubicBezTo>
                <a:cubicBezTo>
                  <a:pt x="168909" y="35989"/>
                  <a:pt x="158970" y="35989"/>
                  <a:pt x="158970" y="35989"/>
                </a:cubicBezTo>
                <a:lnTo>
                  <a:pt x="154684" y="32433"/>
                </a:lnTo>
                <a:lnTo>
                  <a:pt x="146417" y="30427"/>
                </a:lnTo>
                <a:lnTo>
                  <a:pt x="143164" y="29180"/>
                </a:lnTo>
                <a:lnTo>
                  <a:pt x="134866" y="21308"/>
                </a:lnTo>
                <a:cubicBezTo>
                  <a:pt x="134866" y="21308"/>
                  <a:pt x="126811" y="20822"/>
                  <a:pt x="122039" y="19788"/>
                </a:cubicBezTo>
                <a:cubicBezTo>
                  <a:pt x="117267" y="18755"/>
                  <a:pt x="108908" y="17235"/>
                  <a:pt x="108908" y="17235"/>
                </a:cubicBezTo>
                <a:lnTo>
                  <a:pt x="91674" y="9393"/>
                </a:lnTo>
                <a:lnTo>
                  <a:pt x="70883" y="1520"/>
                </a:lnTo>
                <a:lnTo>
                  <a:pt x="56202" y="1"/>
                </a:lnTo>
                <a:lnTo>
                  <a:pt x="50366" y="5593"/>
                </a:lnTo>
                <a:cubicBezTo>
                  <a:pt x="50366" y="5593"/>
                  <a:pt x="46324" y="17995"/>
                  <a:pt x="42767" y="20031"/>
                </a:cubicBezTo>
                <a:cubicBezTo>
                  <a:pt x="39241" y="22037"/>
                  <a:pt x="30609" y="26475"/>
                  <a:pt x="30609" y="26475"/>
                </a:cubicBezTo>
                <a:lnTo>
                  <a:pt x="21217" y="33041"/>
                </a:lnTo>
                <a:lnTo>
                  <a:pt x="13405" y="33041"/>
                </a:lnTo>
                <a:lnTo>
                  <a:pt x="1" y="45807"/>
                </a:lnTo>
                <a:lnTo>
                  <a:pt x="1" y="79667"/>
                </a:lnTo>
                <a:lnTo>
                  <a:pt x="240127" y="79667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8" name="Google Shape;198;p36"/>
          <p:cNvSpPr/>
          <p:nvPr/>
        </p:nvSpPr>
        <p:spPr>
          <a:xfrm>
            <a:off x="0" y="41756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9" name="Google Shape;199;p36"/>
          <p:cNvSpPr/>
          <p:nvPr/>
        </p:nvSpPr>
        <p:spPr>
          <a:xfrm>
            <a:off x="5025848" y="1814663"/>
            <a:ext cx="1252230" cy="316124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0" name="Google Shape;200;p36"/>
          <p:cNvSpPr/>
          <p:nvPr/>
        </p:nvSpPr>
        <p:spPr>
          <a:xfrm>
            <a:off x="6364250" y="1514349"/>
            <a:ext cx="1429927" cy="3810880"/>
          </a:xfrm>
          <a:custGeom>
            <a:avLst/>
            <a:gdLst/>
            <a:ahLst/>
            <a:cxnLst/>
            <a:rect l="l" t="t" r="r" b="b"/>
            <a:pathLst>
              <a:path w="6121" h="16313" extrusionOk="0">
                <a:moveTo>
                  <a:pt x="0" y="12383"/>
                </a:moveTo>
                <a:cubicBezTo>
                  <a:pt x="417" y="12395"/>
                  <a:pt x="417" y="12300"/>
                  <a:pt x="667" y="12061"/>
                </a:cubicBezTo>
                <a:cubicBezTo>
                  <a:pt x="477" y="12073"/>
                  <a:pt x="465" y="11680"/>
                  <a:pt x="310" y="11609"/>
                </a:cubicBezTo>
                <a:cubicBezTo>
                  <a:pt x="834" y="11621"/>
                  <a:pt x="1203" y="11954"/>
                  <a:pt x="1572" y="11704"/>
                </a:cubicBezTo>
                <a:cubicBezTo>
                  <a:pt x="1393" y="11704"/>
                  <a:pt x="905" y="11383"/>
                  <a:pt x="905" y="11383"/>
                </a:cubicBezTo>
                <a:cubicBezTo>
                  <a:pt x="1501" y="11347"/>
                  <a:pt x="1715" y="11538"/>
                  <a:pt x="1977" y="11264"/>
                </a:cubicBezTo>
                <a:cubicBezTo>
                  <a:pt x="1965" y="11264"/>
                  <a:pt x="1965" y="11180"/>
                  <a:pt x="1786" y="11180"/>
                </a:cubicBezTo>
                <a:cubicBezTo>
                  <a:pt x="1905" y="11109"/>
                  <a:pt x="2048" y="11073"/>
                  <a:pt x="2096" y="10954"/>
                </a:cubicBezTo>
                <a:cubicBezTo>
                  <a:pt x="1774" y="11264"/>
                  <a:pt x="1155" y="11049"/>
                  <a:pt x="786" y="10942"/>
                </a:cubicBezTo>
                <a:cubicBezTo>
                  <a:pt x="1001" y="10942"/>
                  <a:pt x="1179" y="10942"/>
                  <a:pt x="1370" y="10883"/>
                </a:cubicBezTo>
                <a:cubicBezTo>
                  <a:pt x="1143" y="10871"/>
                  <a:pt x="893" y="10895"/>
                  <a:pt x="667" y="10835"/>
                </a:cubicBezTo>
                <a:cubicBezTo>
                  <a:pt x="512" y="10788"/>
                  <a:pt x="358" y="10704"/>
                  <a:pt x="227" y="10633"/>
                </a:cubicBezTo>
                <a:cubicBezTo>
                  <a:pt x="560" y="10764"/>
                  <a:pt x="1143" y="10597"/>
                  <a:pt x="1453" y="10526"/>
                </a:cubicBezTo>
                <a:cubicBezTo>
                  <a:pt x="1370" y="10526"/>
                  <a:pt x="1262" y="10526"/>
                  <a:pt x="1191" y="10514"/>
                </a:cubicBezTo>
                <a:cubicBezTo>
                  <a:pt x="1370" y="10430"/>
                  <a:pt x="1548" y="10407"/>
                  <a:pt x="1715" y="10299"/>
                </a:cubicBezTo>
                <a:cubicBezTo>
                  <a:pt x="1489" y="10299"/>
                  <a:pt x="1203" y="10252"/>
                  <a:pt x="1036" y="10156"/>
                </a:cubicBezTo>
                <a:cubicBezTo>
                  <a:pt x="1370" y="10252"/>
                  <a:pt x="1798" y="10156"/>
                  <a:pt x="2132" y="10049"/>
                </a:cubicBezTo>
                <a:cubicBezTo>
                  <a:pt x="1965" y="10061"/>
                  <a:pt x="1715" y="10109"/>
                  <a:pt x="1596" y="10014"/>
                </a:cubicBezTo>
                <a:cubicBezTo>
                  <a:pt x="1917" y="10014"/>
                  <a:pt x="2096" y="9871"/>
                  <a:pt x="2382" y="9787"/>
                </a:cubicBezTo>
                <a:cubicBezTo>
                  <a:pt x="2167" y="9811"/>
                  <a:pt x="1977" y="9847"/>
                  <a:pt x="1751" y="9835"/>
                </a:cubicBezTo>
                <a:cubicBezTo>
                  <a:pt x="1905" y="9787"/>
                  <a:pt x="2227" y="9692"/>
                  <a:pt x="2227" y="9549"/>
                </a:cubicBezTo>
                <a:cubicBezTo>
                  <a:pt x="2013" y="9609"/>
                  <a:pt x="1822" y="9704"/>
                  <a:pt x="1560" y="9728"/>
                </a:cubicBezTo>
                <a:cubicBezTo>
                  <a:pt x="1310" y="9764"/>
                  <a:pt x="1143" y="9692"/>
                  <a:pt x="929" y="9680"/>
                </a:cubicBezTo>
                <a:cubicBezTo>
                  <a:pt x="1120" y="9561"/>
                  <a:pt x="1489" y="9561"/>
                  <a:pt x="1667" y="9418"/>
                </a:cubicBezTo>
                <a:cubicBezTo>
                  <a:pt x="1358" y="9537"/>
                  <a:pt x="965" y="9490"/>
                  <a:pt x="703" y="9359"/>
                </a:cubicBezTo>
                <a:cubicBezTo>
                  <a:pt x="822" y="9347"/>
                  <a:pt x="953" y="9347"/>
                  <a:pt x="1060" y="9323"/>
                </a:cubicBezTo>
                <a:cubicBezTo>
                  <a:pt x="608" y="9287"/>
                  <a:pt x="298" y="9168"/>
                  <a:pt x="167" y="8906"/>
                </a:cubicBezTo>
                <a:cubicBezTo>
                  <a:pt x="393" y="9085"/>
                  <a:pt x="953" y="9061"/>
                  <a:pt x="1262" y="9025"/>
                </a:cubicBezTo>
                <a:cubicBezTo>
                  <a:pt x="1108" y="9002"/>
                  <a:pt x="941" y="8918"/>
                  <a:pt x="810" y="8835"/>
                </a:cubicBezTo>
                <a:cubicBezTo>
                  <a:pt x="1072" y="8942"/>
                  <a:pt x="1774" y="9025"/>
                  <a:pt x="1977" y="8799"/>
                </a:cubicBezTo>
                <a:cubicBezTo>
                  <a:pt x="1882" y="8799"/>
                  <a:pt x="1774" y="8787"/>
                  <a:pt x="1667" y="8752"/>
                </a:cubicBezTo>
                <a:cubicBezTo>
                  <a:pt x="1977" y="8752"/>
                  <a:pt x="2263" y="8632"/>
                  <a:pt x="2441" y="8466"/>
                </a:cubicBezTo>
                <a:cubicBezTo>
                  <a:pt x="2215" y="8561"/>
                  <a:pt x="1965" y="8573"/>
                  <a:pt x="1715" y="8585"/>
                </a:cubicBezTo>
                <a:cubicBezTo>
                  <a:pt x="1882" y="8490"/>
                  <a:pt x="2084" y="8394"/>
                  <a:pt x="2274" y="8323"/>
                </a:cubicBezTo>
                <a:cubicBezTo>
                  <a:pt x="1834" y="8406"/>
                  <a:pt x="1548" y="8502"/>
                  <a:pt x="1084" y="8394"/>
                </a:cubicBezTo>
                <a:cubicBezTo>
                  <a:pt x="1310" y="8347"/>
                  <a:pt x="1524" y="8311"/>
                  <a:pt x="1679" y="8204"/>
                </a:cubicBezTo>
                <a:cubicBezTo>
                  <a:pt x="1417" y="8204"/>
                  <a:pt x="1227" y="8085"/>
                  <a:pt x="1072" y="7966"/>
                </a:cubicBezTo>
                <a:cubicBezTo>
                  <a:pt x="1251" y="8049"/>
                  <a:pt x="1524" y="8073"/>
                  <a:pt x="1739" y="8037"/>
                </a:cubicBezTo>
                <a:cubicBezTo>
                  <a:pt x="1965" y="8013"/>
                  <a:pt x="2084" y="7918"/>
                  <a:pt x="2310" y="7859"/>
                </a:cubicBezTo>
                <a:lnTo>
                  <a:pt x="1893" y="7859"/>
                </a:lnTo>
                <a:cubicBezTo>
                  <a:pt x="2096" y="7835"/>
                  <a:pt x="2334" y="7775"/>
                  <a:pt x="2453" y="7668"/>
                </a:cubicBezTo>
                <a:cubicBezTo>
                  <a:pt x="2334" y="7668"/>
                  <a:pt x="2203" y="7668"/>
                  <a:pt x="2084" y="7632"/>
                </a:cubicBezTo>
                <a:cubicBezTo>
                  <a:pt x="2310" y="7632"/>
                  <a:pt x="2501" y="7454"/>
                  <a:pt x="2679" y="7263"/>
                </a:cubicBezTo>
                <a:lnTo>
                  <a:pt x="2679" y="7204"/>
                </a:lnTo>
                <a:cubicBezTo>
                  <a:pt x="2536" y="7359"/>
                  <a:pt x="2382" y="7382"/>
                  <a:pt x="2203" y="7454"/>
                </a:cubicBezTo>
                <a:cubicBezTo>
                  <a:pt x="1786" y="7620"/>
                  <a:pt x="1501" y="7454"/>
                  <a:pt x="1501" y="7454"/>
                </a:cubicBezTo>
                <a:cubicBezTo>
                  <a:pt x="1501" y="7454"/>
                  <a:pt x="1786" y="7263"/>
                  <a:pt x="1846" y="7132"/>
                </a:cubicBezTo>
                <a:cubicBezTo>
                  <a:pt x="1643" y="7097"/>
                  <a:pt x="1584" y="7180"/>
                  <a:pt x="1405" y="7061"/>
                </a:cubicBezTo>
                <a:cubicBezTo>
                  <a:pt x="1548" y="7073"/>
                  <a:pt x="1727" y="7001"/>
                  <a:pt x="1858" y="6942"/>
                </a:cubicBezTo>
                <a:cubicBezTo>
                  <a:pt x="1643" y="6882"/>
                  <a:pt x="1417" y="6787"/>
                  <a:pt x="1286" y="6537"/>
                </a:cubicBezTo>
                <a:cubicBezTo>
                  <a:pt x="1417" y="6620"/>
                  <a:pt x="1727" y="6716"/>
                  <a:pt x="2263" y="6287"/>
                </a:cubicBezTo>
                <a:cubicBezTo>
                  <a:pt x="2215" y="6263"/>
                  <a:pt x="2155" y="6239"/>
                  <a:pt x="2120" y="6227"/>
                </a:cubicBezTo>
                <a:cubicBezTo>
                  <a:pt x="2513" y="6120"/>
                  <a:pt x="2798" y="5954"/>
                  <a:pt x="2977" y="5585"/>
                </a:cubicBezTo>
                <a:cubicBezTo>
                  <a:pt x="2917" y="5668"/>
                  <a:pt x="2822" y="5751"/>
                  <a:pt x="2751" y="5823"/>
                </a:cubicBezTo>
                <a:cubicBezTo>
                  <a:pt x="2763" y="5763"/>
                  <a:pt x="2751" y="5704"/>
                  <a:pt x="2751" y="5632"/>
                </a:cubicBezTo>
                <a:cubicBezTo>
                  <a:pt x="2644" y="5692"/>
                  <a:pt x="2572" y="5823"/>
                  <a:pt x="2453" y="5894"/>
                </a:cubicBezTo>
                <a:cubicBezTo>
                  <a:pt x="2370" y="5954"/>
                  <a:pt x="2263" y="5989"/>
                  <a:pt x="2167" y="6061"/>
                </a:cubicBezTo>
                <a:cubicBezTo>
                  <a:pt x="2203" y="5966"/>
                  <a:pt x="2251" y="5894"/>
                  <a:pt x="2251" y="5811"/>
                </a:cubicBezTo>
                <a:cubicBezTo>
                  <a:pt x="2155" y="5906"/>
                  <a:pt x="1893" y="5656"/>
                  <a:pt x="1774" y="5715"/>
                </a:cubicBezTo>
                <a:cubicBezTo>
                  <a:pt x="1858" y="5656"/>
                  <a:pt x="1917" y="5537"/>
                  <a:pt x="1929" y="5418"/>
                </a:cubicBezTo>
                <a:cubicBezTo>
                  <a:pt x="1810" y="5418"/>
                  <a:pt x="1596" y="5430"/>
                  <a:pt x="1536" y="5430"/>
                </a:cubicBezTo>
                <a:cubicBezTo>
                  <a:pt x="1655" y="5394"/>
                  <a:pt x="1774" y="5346"/>
                  <a:pt x="1858" y="5251"/>
                </a:cubicBezTo>
                <a:cubicBezTo>
                  <a:pt x="1620" y="5215"/>
                  <a:pt x="1477" y="5073"/>
                  <a:pt x="1322" y="4858"/>
                </a:cubicBezTo>
                <a:cubicBezTo>
                  <a:pt x="1489" y="4834"/>
                  <a:pt x="1679" y="4870"/>
                  <a:pt x="1834" y="4811"/>
                </a:cubicBezTo>
                <a:cubicBezTo>
                  <a:pt x="1786" y="4763"/>
                  <a:pt x="1727" y="4715"/>
                  <a:pt x="1679" y="4692"/>
                </a:cubicBezTo>
                <a:cubicBezTo>
                  <a:pt x="1870" y="4680"/>
                  <a:pt x="2370" y="4465"/>
                  <a:pt x="2465" y="4275"/>
                </a:cubicBezTo>
                <a:cubicBezTo>
                  <a:pt x="2394" y="4227"/>
                  <a:pt x="2394" y="4156"/>
                  <a:pt x="2251" y="4168"/>
                </a:cubicBezTo>
                <a:cubicBezTo>
                  <a:pt x="2286" y="4156"/>
                  <a:pt x="2096" y="4156"/>
                  <a:pt x="2013" y="4084"/>
                </a:cubicBezTo>
                <a:cubicBezTo>
                  <a:pt x="2096" y="4061"/>
                  <a:pt x="2274" y="3930"/>
                  <a:pt x="2322" y="3846"/>
                </a:cubicBezTo>
                <a:cubicBezTo>
                  <a:pt x="1929" y="3977"/>
                  <a:pt x="1870" y="3906"/>
                  <a:pt x="1798" y="3906"/>
                </a:cubicBezTo>
                <a:cubicBezTo>
                  <a:pt x="1893" y="3882"/>
                  <a:pt x="1834" y="3882"/>
                  <a:pt x="1905" y="3870"/>
                </a:cubicBezTo>
                <a:cubicBezTo>
                  <a:pt x="1822" y="3822"/>
                  <a:pt x="1655" y="3858"/>
                  <a:pt x="1572" y="3810"/>
                </a:cubicBezTo>
                <a:cubicBezTo>
                  <a:pt x="1727" y="3846"/>
                  <a:pt x="1786" y="3691"/>
                  <a:pt x="1786" y="3691"/>
                </a:cubicBezTo>
                <a:cubicBezTo>
                  <a:pt x="1786" y="3691"/>
                  <a:pt x="1524" y="3584"/>
                  <a:pt x="1429" y="3513"/>
                </a:cubicBezTo>
                <a:cubicBezTo>
                  <a:pt x="1536" y="3549"/>
                  <a:pt x="1679" y="3525"/>
                  <a:pt x="1786" y="3465"/>
                </a:cubicBezTo>
                <a:cubicBezTo>
                  <a:pt x="1703" y="3429"/>
                  <a:pt x="2155" y="3394"/>
                  <a:pt x="2072" y="3346"/>
                </a:cubicBezTo>
                <a:cubicBezTo>
                  <a:pt x="1977" y="3310"/>
                  <a:pt x="2001" y="3168"/>
                  <a:pt x="1929" y="3096"/>
                </a:cubicBezTo>
                <a:cubicBezTo>
                  <a:pt x="2084" y="3144"/>
                  <a:pt x="2441" y="3215"/>
                  <a:pt x="2572" y="3108"/>
                </a:cubicBezTo>
                <a:cubicBezTo>
                  <a:pt x="2513" y="3096"/>
                  <a:pt x="2441" y="3084"/>
                  <a:pt x="2394" y="3072"/>
                </a:cubicBezTo>
                <a:cubicBezTo>
                  <a:pt x="2525" y="3072"/>
                  <a:pt x="2608" y="2989"/>
                  <a:pt x="2620" y="2858"/>
                </a:cubicBezTo>
                <a:cubicBezTo>
                  <a:pt x="2346" y="2918"/>
                  <a:pt x="2263" y="3013"/>
                  <a:pt x="1965" y="2906"/>
                </a:cubicBezTo>
                <a:cubicBezTo>
                  <a:pt x="2108" y="2918"/>
                  <a:pt x="2322" y="2858"/>
                  <a:pt x="2429" y="2751"/>
                </a:cubicBezTo>
                <a:cubicBezTo>
                  <a:pt x="2322" y="2775"/>
                  <a:pt x="2251" y="2715"/>
                  <a:pt x="2155" y="2691"/>
                </a:cubicBezTo>
                <a:cubicBezTo>
                  <a:pt x="2322" y="2727"/>
                  <a:pt x="2525" y="2667"/>
                  <a:pt x="2632" y="2537"/>
                </a:cubicBezTo>
                <a:cubicBezTo>
                  <a:pt x="2548" y="2560"/>
                  <a:pt x="2465" y="2513"/>
                  <a:pt x="2382" y="2537"/>
                </a:cubicBezTo>
                <a:cubicBezTo>
                  <a:pt x="2441" y="2501"/>
                  <a:pt x="2513" y="2489"/>
                  <a:pt x="2560" y="2441"/>
                </a:cubicBezTo>
                <a:cubicBezTo>
                  <a:pt x="2286" y="2453"/>
                  <a:pt x="2013" y="2429"/>
                  <a:pt x="1929" y="2179"/>
                </a:cubicBezTo>
                <a:cubicBezTo>
                  <a:pt x="2084" y="2203"/>
                  <a:pt x="2215" y="2144"/>
                  <a:pt x="2346" y="2132"/>
                </a:cubicBezTo>
                <a:cubicBezTo>
                  <a:pt x="2286" y="2120"/>
                  <a:pt x="2227" y="2084"/>
                  <a:pt x="2167" y="2060"/>
                </a:cubicBezTo>
                <a:cubicBezTo>
                  <a:pt x="2382" y="2036"/>
                  <a:pt x="2405" y="2025"/>
                  <a:pt x="2584" y="1905"/>
                </a:cubicBezTo>
                <a:cubicBezTo>
                  <a:pt x="2501" y="1894"/>
                  <a:pt x="2429" y="1858"/>
                  <a:pt x="2346" y="1834"/>
                </a:cubicBezTo>
                <a:cubicBezTo>
                  <a:pt x="2465" y="1798"/>
                  <a:pt x="2917" y="1798"/>
                  <a:pt x="2941" y="1655"/>
                </a:cubicBezTo>
                <a:cubicBezTo>
                  <a:pt x="2870" y="1655"/>
                  <a:pt x="2786" y="1667"/>
                  <a:pt x="2703" y="1667"/>
                </a:cubicBezTo>
                <a:cubicBezTo>
                  <a:pt x="2786" y="1620"/>
                  <a:pt x="2858" y="1584"/>
                  <a:pt x="2917" y="1536"/>
                </a:cubicBezTo>
                <a:cubicBezTo>
                  <a:pt x="2667" y="1536"/>
                  <a:pt x="2322" y="1560"/>
                  <a:pt x="2215" y="1370"/>
                </a:cubicBezTo>
                <a:cubicBezTo>
                  <a:pt x="2310" y="1382"/>
                  <a:pt x="2429" y="1370"/>
                  <a:pt x="2513" y="1358"/>
                </a:cubicBezTo>
                <a:cubicBezTo>
                  <a:pt x="2489" y="1346"/>
                  <a:pt x="2465" y="1298"/>
                  <a:pt x="2453" y="1286"/>
                </a:cubicBezTo>
                <a:cubicBezTo>
                  <a:pt x="2584" y="1310"/>
                  <a:pt x="2620" y="1286"/>
                  <a:pt x="2727" y="1239"/>
                </a:cubicBezTo>
                <a:cubicBezTo>
                  <a:pt x="2620" y="1239"/>
                  <a:pt x="2560" y="1179"/>
                  <a:pt x="2489" y="1143"/>
                </a:cubicBezTo>
                <a:cubicBezTo>
                  <a:pt x="2572" y="1132"/>
                  <a:pt x="2739" y="1120"/>
                  <a:pt x="2739" y="1024"/>
                </a:cubicBezTo>
                <a:cubicBezTo>
                  <a:pt x="2679" y="1072"/>
                  <a:pt x="2513" y="1024"/>
                  <a:pt x="2465" y="1013"/>
                </a:cubicBezTo>
                <a:cubicBezTo>
                  <a:pt x="2786" y="1001"/>
                  <a:pt x="2822" y="774"/>
                  <a:pt x="3001" y="691"/>
                </a:cubicBezTo>
                <a:cubicBezTo>
                  <a:pt x="2941" y="703"/>
                  <a:pt x="2870" y="691"/>
                  <a:pt x="2822" y="655"/>
                </a:cubicBezTo>
                <a:cubicBezTo>
                  <a:pt x="2870" y="632"/>
                  <a:pt x="2929" y="608"/>
                  <a:pt x="2977" y="584"/>
                </a:cubicBezTo>
                <a:cubicBezTo>
                  <a:pt x="2917" y="572"/>
                  <a:pt x="2822" y="572"/>
                  <a:pt x="2751" y="572"/>
                </a:cubicBezTo>
                <a:cubicBezTo>
                  <a:pt x="2822" y="536"/>
                  <a:pt x="2929" y="524"/>
                  <a:pt x="2989" y="465"/>
                </a:cubicBezTo>
                <a:cubicBezTo>
                  <a:pt x="3060" y="393"/>
                  <a:pt x="3060" y="251"/>
                  <a:pt x="3048" y="167"/>
                </a:cubicBezTo>
                <a:cubicBezTo>
                  <a:pt x="3048" y="120"/>
                  <a:pt x="3108" y="0"/>
                  <a:pt x="3108" y="0"/>
                </a:cubicBezTo>
                <a:lnTo>
                  <a:pt x="3108" y="131"/>
                </a:lnTo>
                <a:cubicBezTo>
                  <a:pt x="3120" y="72"/>
                  <a:pt x="3144" y="24"/>
                  <a:pt x="3156" y="0"/>
                </a:cubicBezTo>
                <a:cubicBezTo>
                  <a:pt x="3179" y="191"/>
                  <a:pt x="3120" y="1358"/>
                  <a:pt x="3465" y="1382"/>
                </a:cubicBezTo>
                <a:cubicBezTo>
                  <a:pt x="3394" y="1382"/>
                  <a:pt x="3298" y="1382"/>
                  <a:pt x="3227" y="1417"/>
                </a:cubicBezTo>
                <a:cubicBezTo>
                  <a:pt x="3275" y="1453"/>
                  <a:pt x="3298" y="1524"/>
                  <a:pt x="3346" y="1560"/>
                </a:cubicBezTo>
                <a:cubicBezTo>
                  <a:pt x="3060" y="1727"/>
                  <a:pt x="3644" y="2013"/>
                  <a:pt x="3810" y="1953"/>
                </a:cubicBezTo>
                <a:cubicBezTo>
                  <a:pt x="3691" y="2013"/>
                  <a:pt x="3572" y="2072"/>
                  <a:pt x="3453" y="2084"/>
                </a:cubicBezTo>
                <a:cubicBezTo>
                  <a:pt x="3537" y="2084"/>
                  <a:pt x="3620" y="2132"/>
                  <a:pt x="3703" y="2144"/>
                </a:cubicBezTo>
                <a:cubicBezTo>
                  <a:pt x="3620" y="2144"/>
                  <a:pt x="3525" y="2191"/>
                  <a:pt x="3441" y="2191"/>
                </a:cubicBezTo>
                <a:cubicBezTo>
                  <a:pt x="3679" y="2334"/>
                  <a:pt x="3798" y="2406"/>
                  <a:pt x="4060" y="2275"/>
                </a:cubicBezTo>
                <a:cubicBezTo>
                  <a:pt x="3929" y="2346"/>
                  <a:pt x="3798" y="2465"/>
                  <a:pt x="3644" y="2501"/>
                </a:cubicBezTo>
                <a:cubicBezTo>
                  <a:pt x="3751" y="2548"/>
                  <a:pt x="3858" y="2608"/>
                  <a:pt x="3977" y="2584"/>
                </a:cubicBezTo>
                <a:cubicBezTo>
                  <a:pt x="3918" y="2667"/>
                  <a:pt x="3798" y="2727"/>
                  <a:pt x="3715" y="2751"/>
                </a:cubicBezTo>
                <a:cubicBezTo>
                  <a:pt x="4013" y="2798"/>
                  <a:pt x="4156" y="2715"/>
                  <a:pt x="4394" y="2537"/>
                </a:cubicBezTo>
                <a:cubicBezTo>
                  <a:pt x="4346" y="2918"/>
                  <a:pt x="4001" y="3263"/>
                  <a:pt x="3679" y="3310"/>
                </a:cubicBezTo>
                <a:cubicBezTo>
                  <a:pt x="3751" y="3382"/>
                  <a:pt x="3834" y="3441"/>
                  <a:pt x="3929" y="3501"/>
                </a:cubicBezTo>
                <a:cubicBezTo>
                  <a:pt x="3822" y="3513"/>
                  <a:pt x="3739" y="3537"/>
                  <a:pt x="3632" y="3537"/>
                </a:cubicBezTo>
                <a:cubicBezTo>
                  <a:pt x="3691" y="3834"/>
                  <a:pt x="3977" y="3858"/>
                  <a:pt x="4191" y="3775"/>
                </a:cubicBezTo>
                <a:cubicBezTo>
                  <a:pt x="4072" y="3918"/>
                  <a:pt x="4049" y="4156"/>
                  <a:pt x="3882" y="4227"/>
                </a:cubicBezTo>
                <a:cubicBezTo>
                  <a:pt x="4215" y="4263"/>
                  <a:pt x="4453" y="4072"/>
                  <a:pt x="4715" y="3918"/>
                </a:cubicBezTo>
                <a:cubicBezTo>
                  <a:pt x="4846" y="4239"/>
                  <a:pt x="4406" y="4668"/>
                  <a:pt x="4215" y="4882"/>
                </a:cubicBezTo>
                <a:cubicBezTo>
                  <a:pt x="4299" y="4918"/>
                  <a:pt x="4430" y="4918"/>
                  <a:pt x="4525" y="4834"/>
                </a:cubicBezTo>
                <a:cubicBezTo>
                  <a:pt x="4465" y="5013"/>
                  <a:pt x="4239" y="5049"/>
                  <a:pt x="4096" y="5049"/>
                </a:cubicBezTo>
                <a:cubicBezTo>
                  <a:pt x="4120" y="5073"/>
                  <a:pt x="4179" y="5156"/>
                  <a:pt x="4227" y="5192"/>
                </a:cubicBezTo>
                <a:cubicBezTo>
                  <a:pt x="4049" y="5263"/>
                  <a:pt x="3751" y="5418"/>
                  <a:pt x="3572" y="5299"/>
                </a:cubicBezTo>
                <a:cubicBezTo>
                  <a:pt x="3644" y="5334"/>
                  <a:pt x="3703" y="5406"/>
                  <a:pt x="3798" y="5430"/>
                </a:cubicBezTo>
                <a:lnTo>
                  <a:pt x="3537" y="5430"/>
                </a:lnTo>
                <a:cubicBezTo>
                  <a:pt x="3644" y="5549"/>
                  <a:pt x="3775" y="5751"/>
                  <a:pt x="3918" y="5775"/>
                </a:cubicBezTo>
                <a:cubicBezTo>
                  <a:pt x="4120" y="5823"/>
                  <a:pt x="4418" y="5620"/>
                  <a:pt x="4596" y="5525"/>
                </a:cubicBezTo>
                <a:cubicBezTo>
                  <a:pt x="4584" y="5644"/>
                  <a:pt x="4525" y="5799"/>
                  <a:pt x="4418" y="5858"/>
                </a:cubicBezTo>
                <a:cubicBezTo>
                  <a:pt x="4668" y="5799"/>
                  <a:pt x="4870" y="5787"/>
                  <a:pt x="5049" y="5585"/>
                </a:cubicBezTo>
                <a:cubicBezTo>
                  <a:pt x="4953" y="6025"/>
                  <a:pt x="4763" y="6299"/>
                  <a:pt x="4430" y="6549"/>
                </a:cubicBezTo>
                <a:cubicBezTo>
                  <a:pt x="4513" y="6573"/>
                  <a:pt x="4584" y="6620"/>
                  <a:pt x="4656" y="6632"/>
                </a:cubicBezTo>
                <a:cubicBezTo>
                  <a:pt x="4477" y="6656"/>
                  <a:pt x="4299" y="6728"/>
                  <a:pt x="4120" y="6728"/>
                </a:cubicBezTo>
                <a:cubicBezTo>
                  <a:pt x="4179" y="6751"/>
                  <a:pt x="4239" y="6835"/>
                  <a:pt x="4310" y="6858"/>
                </a:cubicBezTo>
                <a:cubicBezTo>
                  <a:pt x="4108" y="6858"/>
                  <a:pt x="3929" y="6906"/>
                  <a:pt x="3739" y="6847"/>
                </a:cubicBezTo>
                <a:lnTo>
                  <a:pt x="3632" y="6847"/>
                </a:lnTo>
                <a:cubicBezTo>
                  <a:pt x="3632" y="6858"/>
                  <a:pt x="3644" y="6894"/>
                  <a:pt x="3644" y="6906"/>
                </a:cubicBezTo>
                <a:cubicBezTo>
                  <a:pt x="3775" y="6978"/>
                  <a:pt x="3953" y="7025"/>
                  <a:pt x="4132" y="7049"/>
                </a:cubicBezTo>
                <a:lnTo>
                  <a:pt x="3751" y="7049"/>
                </a:lnTo>
                <a:cubicBezTo>
                  <a:pt x="3751" y="7049"/>
                  <a:pt x="3763" y="7049"/>
                  <a:pt x="3763" y="7073"/>
                </a:cubicBezTo>
                <a:cubicBezTo>
                  <a:pt x="3834" y="7085"/>
                  <a:pt x="3918" y="7109"/>
                  <a:pt x="3977" y="7144"/>
                </a:cubicBezTo>
                <a:cubicBezTo>
                  <a:pt x="4049" y="7144"/>
                  <a:pt x="4132" y="7144"/>
                  <a:pt x="4227" y="7109"/>
                </a:cubicBezTo>
                <a:cubicBezTo>
                  <a:pt x="4191" y="7156"/>
                  <a:pt x="4156" y="7168"/>
                  <a:pt x="4108" y="7204"/>
                </a:cubicBezTo>
                <a:cubicBezTo>
                  <a:pt x="4156" y="7216"/>
                  <a:pt x="4215" y="7228"/>
                  <a:pt x="4275" y="7228"/>
                </a:cubicBezTo>
                <a:cubicBezTo>
                  <a:pt x="4489" y="7263"/>
                  <a:pt x="4763" y="7251"/>
                  <a:pt x="4941" y="7156"/>
                </a:cubicBezTo>
                <a:cubicBezTo>
                  <a:pt x="4775" y="7275"/>
                  <a:pt x="4584" y="7394"/>
                  <a:pt x="4334" y="7394"/>
                </a:cubicBezTo>
                <a:cubicBezTo>
                  <a:pt x="4513" y="7501"/>
                  <a:pt x="4703" y="7549"/>
                  <a:pt x="4930" y="7585"/>
                </a:cubicBezTo>
                <a:cubicBezTo>
                  <a:pt x="4465" y="7692"/>
                  <a:pt x="4179" y="7620"/>
                  <a:pt x="3739" y="7513"/>
                </a:cubicBezTo>
                <a:cubicBezTo>
                  <a:pt x="3929" y="7585"/>
                  <a:pt x="4132" y="7692"/>
                  <a:pt x="4299" y="7787"/>
                </a:cubicBezTo>
                <a:cubicBezTo>
                  <a:pt x="4191" y="7763"/>
                  <a:pt x="4096" y="7763"/>
                  <a:pt x="3989" y="7751"/>
                </a:cubicBezTo>
                <a:cubicBezTo>
                  <a:pt x="3941" y="7799"/>
                  <a:pt x="3894" y="7823"/>
                  <a:pt x="3834" y="7823"/>
                </a:cubicBezTo>
                <a:lnTo>
                  <a:pt x="3834" y="7823"/>
                </a:lnTo>
                <a:lnTo>
                  <a:pt x="4132" y="7823"/>
                </a:lnTo>
                <a:cubicBezTo>
                  <a:pt x="4108" y="7859"/>
                  <a:pt x="4096" y="7882"/>
                  <a:pt x="4060" y="7906"/>
                </a:cubicBezTo>
                <a:cubicBezTo>
                  <a:pt x="4156" y="7918"/>
                  <a:pt x="4239" y="7930"/>
                  <a:pt x="4334" y="7930"/>
                </a:cubicBezTo>
                <a:cubicBezTo>
                  <a:pt x="4239" y="7966"/>
                  <a:pt x="4120" y="7978"/>
                  <a:pt x="4013" y="7978"/>
                </a:cubicBezTo>
                <a:cubicBezTo>
                  <a:pt x="4227" y="8204"/>
                  <a:pt x="4930" y="8109"/>
                  <a:pt x="5192" y="8025"/>
                </a:cubicBezTo>
                <a:cubicBezTo>
                  <a:pt x="5061" y="8097"/>
                  <a:pt x="4894" y="8180"/>
                  <a:pt x="4727" y="8204"/>
                </a:cubicBezTo>
                <a:cubicBezTo>
                  <a:pt x="5049" y="8240"/>
                  <a:pt x="5608" y="8263"/>
                  <a:pt x="5834" y="8085"/>
                </a:cubicBezTo>
                <a:cubicBezTo>
                  <a:pt x="5703" y="8359"/>
                  <a:pt x="5382" y="8466"/>
                  <a:pt x="4941" y="8502"/>
                </a:cubicBezTo>
                <a:cubicBezTo>
                  <a:pt x="5049" y="8525"/>
                  <a:pt x="5180" y="8525"/>
                  <a:pt x="5299" y="8537"/>
                </a:cubicBezTo>
                <a:cubicBezTo>
                  <a:pt x="5025" y="8680"/>
                  <a:pt x="4644" y="8716"/>
                  <a:pt x="4334" y="8597"/>
                </a:cubicBezTo>
                <a:cubicBezTo>
                  <a:pt x="4513" y="8740"/>
                  <a:pt x="4882" y="8740"/>
                  <a:pt x="5072" y="8859"/>
                </a:cubicBezTo>
                <a:cubicBezTo>
                  <a:pt x="4811" y="9061"/>
                  <a:pt x="3882" y="8942"/>
                  <a:pt x="3834" y="8942"/>
                </a:cubicBezTo>
                <a:cubicBezTo>
                  <a:pt x="3906" y="8954"/>
                  <a:pt x="3989" y="9156"/>
                  <a:pt x="4537" y="9002"/>
                </a:cubicBezTo>
                <a:cubicBezTo>
                  <a:pt x="4477" y="9109"/>
                  <a:pt x="4382" y="9192"/>
                  <a:pt x="4275" y="9216"/>
                </a:cubicBezTo>
                <a:cubicBezTo>
                  <a:pt x="4501" y="9228"/>
                  <a:pt x="4703" y="9133"/>
                  <a:pt x="4930" y="9109"/>
                </a:cubicBezTo>
                <a:cubicBezTo>
                  <a:pt x="4894" y="9275"/>
                  <a:pt x="4811" y="9490"/>
                  <a:pt x="4656" y="9585"/>
                </a:cubicBezTo>
                <a:cubicBezTo>
                  <a:pt x="4822" y="9585"/>
                  <a:pt x="4989" y="9514"/>
                  <a:pt x="5132" y="9490"/>
                </a:cubicBezTo>
                <a:cubicBezTo>
                  <a:pt x="5108" y="9609"/>
                  <a:pt x="5013" y="9716"/>
                  <a:pt x="4930" y="9787"/>
                </a:cubicBezTo>
                <a:cubicBezTo>
                  <a:pt x="5096" y="9716"/>
                  <a:pt x="5311" y="10061"/>
                  <a:pt x="5418" y="9906"/>
                </a:cubicBezTo>
                <a:cubicBezTo>
                  <a:pt x="5346" y="10133"/>
                  <a:pt x="4930" y="10168"/>
                  <a:pt x="4477" y="10073"/>
                </a:cubicBezTo>
                <a:cubicBezTo>
                  <a:pt x="4477" y="10073"/>
                  <a:pt x="5049" y="10597"/>
                  <a:pt x="5632" y="10585"/>
                </a:cubicBezTo>
                <a:cubicBezTo>
                  <a:pt x="5632" y="10585"/>
                  <a:pt x="5394" y="11073"/>
                  <a:pt x="5061" y="10942"/>
                </a:cubicBezTo>
                <a:cubicBezTo>
                  <a:pt x="5156" y="11014"/>
                  <a:pt x="5275" y="11133"/>
                  <a:pt x="5346" y="11145"/>
                </a:cubicBezTo>
                <a:cubicBezTo>
                  <a:pt x="5049" y="11133"/>
                  <a:pt x="4799" y="11133"/>
                  <a:pt x="4513" y="11002"/>
                </a:cubicBezTo>
                <a:cubicBezTo>
                  <a:pt x="4584" y="11157"/>
                  <a:pt x="4715" y="11264"/>
                  <a:pt x="4870" y="11335"/>
                </a:cubicBezTo>
                <a:cubicBezTo>
                  <a:pt x="4834" y="11323"/>
                  <a:pt x="4799" y="11311"/>
                  <a:pt x="4763" y="11311"/>
                </a:cubicBezTo>
                <a:cubicBezTo>
                  <a:pt x="4977" y="11514"/>
                  <a:pt x="5192" y="11692"/>
                  <a:pt x="5358" y="11633"/>
                </a:cubicBezTo>
                <a:cubicBezTo>
                  <a:pt x="5215" y="11716"/>
                  <a:pt x="5013" y="11835"/>
                  <a:pt x="4811" y="11847"/>
                </a:cubicBezTo>
                <a:cubicBezTo>
                  <a:pt x="5180" y="11907"/>
                  <a:pt x="5846" y="11919"/>
                  <a:pt x="6120" y="11716"/>
                </a:cubicBezTo>
                <a:cubicBezTo>
                  <a:pt x="5954" y="12038"/>
                  <a:pt x="5584" y="12169"/>
                  <a:pt x="5061" y="12204"/>
                </a:cubicBezTo>
                <a:cubicBezTo>
                  <a:pt x="5192" y="12252"/>
                  <a:pt x="5346" y="12228"/>
                  <a:pt x="5477" y="12264"/>
                </a:cubicBezTo>
                <a:cubicBezTo>
                  <a:pt x="5168" y="12407"/>
                  <a:pt x="4703" y="12466"/>
                  <a:pt x="4346" y="12335"/>
                </a:cubicBezTo>
                <a:cubicBezTo>
                  <a:pt x="4572" y="12502"/>
                  <a:pt x="5001" y="12502"/>
                  <a:pt x="5227" y="12633"/>
                </a:cubicBezTo>
                <a:cubicBezTo>
                  <a:pt x="5037" y="12645"/>
                  <a:pt x="4882" y="12681"/>
                  <a:pt x="4703" y="12693"/>
                </a:cubicBezTo>
                <a:cubicBezTo>
                  <a:pt x="4060" y="12943"/>
                  <a:pt x="3560" y="12812"/>
                  <a:pt x="3215" y="12633"/>
                </a:cubicBezTo>
                <a:lnTo>
                  <a:pt x="3215" y="16312"/>
                </a:lnTo>
                <a:lnTo>
                  <a:pt x="2751" y="16312"/>
                </a:lnTo>
                <a:lnTo>
                  <a:pt x="2751" y="12442"/>
                </a:lnTo>
                <a:cubicBezTo>
                  <a:pt x="2632" y="12562"/>
                  <a:pt x="2489" y="12669"/>
                  <a:pt x="2298" y="12693"/>
                </a:cubicBezTo>
                <a:cubicBezTo>
                  <a:pt x="2429" y="12645"/>
                  <a:pt x="2513" y="12502"/>
                  <a:pt x="2513" y="12395"/>
                </a:cubicBezTo>
                <a:cubicBezTo>
                  <a:pt x="2358" y="12681"/>
                  <a:pt x="1893" y="12728"/>
                  <a:pt x="1548" y="12788"/>
                </a:cubicBezTo>
                <a:cubicBezTo>
                  <a:pt x="1620" y="12752"/>
                  <a:pt x="1703" y="12693"/>
                  <a:pt x="1715" y="12633"/>
                </a:cubicBezTo>
                <a:cubicBezTo>
                  <a:pt x="1370" y="12812"/>
                  <a:pt x="905" y="12681"/>
                  <a:pt x="572" y="12573"/>
                </a:cubicBezTo>
                <a:cubicBezTo>
                  <a:pt x="691" y="12562"/>
                  <a:pt x="786" y="12490"/>
                  <a:pt x="893" y="12431"/>
                </a:cubicBezTo>
                <a:cubicBezTo>
                  <a:pt x="703" y="12609"/>
                  <a:pt x="334" y="12490"/>
                  <a:pt x="0" y="1238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1" name="Google Shape;201;p36"/>
          <p:cNvSpPr/>
          <p:nvPr/>
        </p:nvSpPr>
        <p:spPr>
          <a:xfrm flipH="1">
            <a:off x="951878" y="418320"/>
            <a:ext cx="2111128" cy="376754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2" name="Google Shape;202;p36"/>
          <p:cNvSpPr/>
          <p:nvPr/>
        </p:nvSpPr>
        <p:spPr>
          <a:xfrm>
            <a:off x="6655725" y="647923"/>
            <a:ext cx="3591147" cy="640868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6" Type="http://schemas.openxmlformats.org/officeDocument/2006/relationships/theme" Target="../theme/theme1.xml"/><Relationship Id="rId35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.xml"/><Relationship Id="rId29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/>
            </a:gs>
            <a:gs pos="100000">
              <a:schemeClr val="dk2"/>
            </a:gs>
          </a:gsLst>
          <a:lin ang="5400012" scaled="0"/>
        </a:gra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0850" y="445025"/>
            <a:ext cx="7722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710850" y="1152475"/>
            <a:ext cx="7722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slideLayout" Target="../slideLayouts/slideLayout9.xml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9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9.xml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9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/>
            </a:gs>
            <a:gs pos="100000">
              <a:schemeClr val="dk2"/>
            </a:gs>
          </a:gsLst>
          <a:lin ang="5400012" scaled="0"/>
        </a:gradFill>
        <a:effectLst/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0"/>
          <p:cNvSpPr/>
          <p:nvPr/>
        </p:nvSpPr>
        <p:spPr>
          <a:xfrm>
            <a:off x="6089225" y="1384580"/>
            <a:ext cx="3611418" cy="644567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4" name="Google Shape;214;p40"/>
          <p:cNvSpPr/>
          <p:nvPr/>
        </p:nvSpPr>
        <p:spPr>
          <a:xfrm>
            <a:off x="1329825" y="2718425"/>
            <a:ext cx="6907450" cy="2386075"/>
          </a:xfrm>
          <a:custGeom>
            <a:avLst/>
            <a:gdLst/>
            <a:ahLst/>
            <a:cxnLst/>
            <a:rect l="l" t="t" r="r" b="b"/>
            <a:pathLst>
              <a:path w="276298" h="95443" extrusionOk="0">
                <a:moveTo>
                  <a:pt x="276298" y="0"/>
                </a:moveTo>
                <a:lnTo>
                  <a:pt x="272833" y="2341"/>
                </a:lnTo>
                <a:lnTo>
                  <a:pt x="266054" y="6596"/>
                </a:lnTo>
                <a:lnTo>
                  <a:pt x="255051" y="12250"/>
                </a:lnTo>
                <a:lnTo>
                  <a:pt x="246145" y="18207"/>
                </a:lnTo>
                <a:lnTo>
                  <a:pt x="235628" y="16961"/>
                </a:lnTo>
                <a:lnTo>
                  <a:pt x="226783" y="18450"/>
                </a:lnTo>
                <a:lnTo>
                  <a:pt x="219579" y="24712"/>
                </a:lnTo>
                <a:lnTo>
                  <a:pt x="200369" y="35502"/>
                </a:lnTo>
                <a:lnTo>
                  <a:pt x="178454" y="35715"/>
                </a:lnTo>
                <a:lnTo>
                  <a:pt x="170429" y="34469"/>
                </a:lnTo>
                <a:lnTo>
                  <a:pt x="155384" y="25381"/>
                </a:lnTo>
                <a:lnTo>
                  <a:pt x="144411" y="24165"/>
                </a:lnTo>
                <a:lnTo>
                  <a:pt x="133620" y="17569"/>
                </a:lnTo>
                <a:lnTo>
                  <a:pt x="125292" y="19271"/>
                </a:lnTo>
                <a:lnTo>
                  <a:pt x="117875" y="23344"/>
                </a:lnTo>
                <a:lnTo>
                  <a:pt x="93802" y="40123"/>
                </a:lnTo>
                <a:lnTo>
                  <a:pt x="62160" y="47995"/>
                </a:lnTo>
                <a:lnTo>
                  <a:pt x="51218" y="54652"/>
                </a:lnTo>
                <a:lnTo>
                  <a:pt x="38786" y="56202"/>
                </a:lnTo>
                <a:lnTo>
                  <a:pt x="26202" y="60305"/>
                </a:lnTo>
                <a:lnTo>
                  <a:pt x="7053" y="73801"/>
                </a:lnTo>
                <a:lnTo>
                  <a:pt x="1" y="76050"/>
                </a:lnTo>
                <a:lnTo>
                  <a:pt x="1" y="91035"/>
                </a:lnTo>
                <a:lnTo>
                  <a:pt x="126052" y="88603"/>
                </a:lnTo>
                <a:lnTo>
                  <a:pt x="255325" y="95199"/>
                </a:lnTo>
                <a:lnTo>
                  <a:pt x="276298" y="9544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5" name="Google Shape;215;p40"/>
          <p:cNvSpPr/>
          <p:nvPr/>
        </p:nvSpPr>
        <p:spPr>
          <a:xfrm flipH="1">
            <a:off x="3593130" y="1446725"/>
            <a:ext cx="5550870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p40"/>
          <p:cNvSpPr txBox="1"/>
          <p:nvPr>
            <p:ph type="ctrTitle"/>
          </p:nvPr>
        </p:nvSpPr>
        <p:spPr>
          <a:xfrm>
            <a:off x="303530" y="369570"/>
            <a:ext cx="4918710" cy="141287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Презентация курсового проекта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217" name="Google Shape;217;p40"/>
          <p:cNvSpPr txBox="1"/>
          <p:nvPr>
            <p:ph type="subTitle" idx="1"/>
          </p:nvPr>
        </p:nvSpPr>
        <p:spPr>
          <a:xfrm>
            <a:off x="408940" y="1782445"/>
            <a:ext cx="5132705" cy="7169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Тема: Разработка сайта для хайкинга и альпинизма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218" name="Google Shape;218;p40"/>
          <p:cNvSpPr/>
          <p:nvPr/>
        </p:nvSpPr>
        <p:spPr>
          <a:xfrm flipH="1">
            <a:off x="3086591" y="3449475"/>
            <a:ext cx="6458284" cy="1554000"/>
          </a:xfrm>
          <a:custGeom>
            <a:avLst/>
            <a:gdLst/>
            <a:ahLst/>
            <a:cxnLst/>
            <a:rect l="l" t="t" r="r" b="b"/>
            <a:pathLst>
              <a:path w="226905" h="62160" extrusionOk="0">
                <a:moveTo>
                  <a:pt x="226904" y="62159"/>
                </a:moveTo>
                <a:lnTo>
                  <a:pt x="198089" y="45624"/>
                </a:lnTo>
                <a:lnTo>
                  <a:pt x="186448" y="44560"/>
                </a:lnTo>
                <a:lnTo>
                  <a:pt x="161918" y="27448"/>
                </a:lnTo>
                <a:lnTo>
                  <a:pt x="153559" y="24408"/>
                </a:lnTo>
                <a:lnTo>
                  <a:pt x="145717" y="19180"/>
                </a:lnTo>
                <a:lnTo>
                  <a:pt x="135596" y="22645"/>
                </a:lnTo>
                <a:lnTo>
                  <a:pt x="127875" y="19453"/>
                </a:lnTo>
                <a:lnTo>
                  <a:pt x="109881" y="6779"/>
                </a:lnTo>
                <a:lnTo>
                  <a:pt x="101735" y="5107"/>
                </a:lnTo>
                <a:lnTo>
                  <a:pt x="91917" y="0"/>
                </a:lnTo>
                <a:lnTo>
                  <a:pt x="77722" y="8207"/>
                </a:lnTo>
                <a:lnTo>
                  <a:pt x="58694" y="15776"/>
                </a:lnTo>
                <a:lnTo>
                  <a:pt x="22189" y="36505"/>
                </a:lnTo>
                <a:lnTo>
                  <a:pt x="12159" y="39788"/>
                </a:lnTo>
                <a:cubicBezTo>
                  <a:pt x="12159" y="39788"/>
                  <a:pt x="6596" y="57235"/>
                  <a:pt x="0" y="62159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9" name="Google Shape;219;p40"/>
          <p:cNvSpPr/>
          <p:nvPr/>
        </p:nvSpPr>
        <p:spPr>
          <a:xfrm>
            <a:off x="0" y="4404225"/>
            <a:ext cx="9143877" cy="812748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0" name="Google Shape;220;p40"/>
          <p:cNvSpPr/>
          <p:nvPr/>
        </p:nvSpPr>
        <p:spPr>
          <a:xfrm>
            <a:off x="4209100" y="554125"/>
            <a:ext cx="1882300" cy="360975"/>
          </a:xfrm>
          <a:custGeom>
            <a:avLst/>
            <a:gdLst/>
            <a:ahLst/>
            <a:cxnLst/>
            <a:rect l="l" t="t" r="r" b="b"/>
            <a:pathLst>
              <a:path w="75292" h="14439" extrusionOk="0">
                <a:moveTo>
                  <a:pt x="75291" y="14438"/>
                </a:moveTo>
                <a:cubicBezTo>
                  <a:pt x="74106" y="13770"/>
                  <a:pt x="72859" y="13192"/>
                  <a:pt x="71583" y="12949"/>
                </a:cubicBezTo>
                <a:cubicBezTo>
                  <a:pt x="69455" y="12584"/>
                  <a:pt x="67175" y="13131"/>
                  <a:pt x="67175" y="13131"/>
                </a:cubicBezTo>
                <a:cubicBezTo>
                  <a:pt x="65656" y="11763"/>
                  <a:pt x="60184" y="10548"/>
                  <a:pt x="56567" y="13162"/>
                </a:cubicBezTo>
                <a:cubicBezTo>
                  <a:pt x="55564" y="10426"/>
                  <a:pt x="51704" y="9362"/>
                  <a:pt x="49455" y="11125"/>
                </a:cubicBezTo>
                <a:cubicBezTo>
                  <a:pt x="50245" y="7295"/>
                  <a:pt x="47297" y="3131"/>
                  <a:pt x="43467" y="2584"/>
                </a:cubicBezTo>
                <a:cubicBezTo>
                  <a:pt x="39607" y="2067"/>
                  <a:pt x="35655" y="5289"/>
                  <a:pt x="35412" y="9149"/>
                </a:cubicBezTo>
                <a:cubicBezTo>
                  <a:pt x="35564" y="6839"/>
                  <a:pt x="32585" y="4985"/>
                  <a:pt x="30609" y="6171"/>
                </a:cubicBezTo>
                <a:cubicBezTo>
                  <a:pt x="30275" y="2766"/>
                  <a:pt x="26932" y="0"/>
                  <a:pt x="23588" y="274"/>
                </a:cubicBezTo>
                <a:cubicBezTo>
                  <a:pt x="20214" y="547"/>
                  <a:pt x="17387" y="3800"/>
                  <a:pt x="17570" y="7234"/>
                </a:cubicBezTo>
                <a:cubicBezTo>
                  <a:pt x="16475" y="5259"/>
                  <a:pt x="13740" y="4347"/>
                  <a:pt x="11703" y="5320"/>
                </a:cubicBezTo>
                <a:cubicBezTo>
                  <a:pt x="11460" y="5441"/>
                  <a:pt x="11278" y="5563"/>
                  <a:pt x="11095" y="5684"/>
                </a:cubicBezTo>
                <a:cubicBezTo>
                  <a:pt x="10639" y="6019"/>
                  <a:pt x="10214" y="6444"/>
                  <a:pt x="9910" y="6900"/>
                </a:cubicBezTo>
                <a:cubicBezTo>
                  <a:pt x="7326" y="6140"/>
                  <a:pt x="3041" y="6779"/>
                  <a:pt x="1855" y="10426"/>
                </a:cubicBezTo>
                <a:cubicBezTo>
                  <a:pt x="1612" y="11156"/>
                  <a:pt x="1551" y="11855"/>
                  <a:pt x="1582" y="12523"/>
                </a:cubicBezTo>
                <a:lnTo>
                  <a:pt x="1703" y="13314"/>
                </a:lnTo>
                <a:cubicBezTo>
                  <a:pt x="1004" y="13314"/>
                  <a:pt x="366" y="13709"/>
                  <a:pt x="62" y="14347"/>
                </a:cubicBezTo>
                <a:cubicBezTo>
                  <a:pt x="31" y="14377"/>
                  <a:pt x="31" y="14408"/>
                  <a:pt x="1" y="1443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1" name="Google Shape;221;p40"/>
          <p:cNvSpPr/>
          <p:nvPr/>
        </p:nvSpPr>
        <p:spPr>
          <a:xfrm>
            <a:off x="7194651" y="1591302"/>
            <a:ext cx="1146409" cy="3581772"/>
          </a:xfrm>
          <a:custGeom>
            <a:avLst/>
            <a:gdLst/>
            <a:ahLst/>
            <a:cxnLst/>
            <a:rect l="l" t="t" r="r" b="b"/>
            <a:pathLst>
              <a:path w="12740" h="39803" extrusionOk="0">
                <a:moveTo>
                  <a:pt x="453" y="27420"/>
                </a:moveTo>
                <a:cubicBezTo>
                  <a:pt x="869" y="27730"/>
                  <a:pt x="1715" y="28444"/>
                  <a:pt x="2215" y="28456"/>
                </a:cubicBezTo>
                <a:cubicBezTo>
                  <a:pt x="1822" y="28456"/>
                  <a:pt x="1203" y="28420"/>
                  <a:pt x="762" y="28635"/>
                </a:cubicBezTo>
                <a:cubicBezTo>
                  <a:pt x="1429" y="28718"/>
                  <a:pt x="1881" y="29313"/>
                  <a:pt x="2393" y="29730"/>
                </a:cubicBezTo>
                <a:cubicBezTo>
                  <a:pt x="1953" y="29528"/>
                  <a:pt x="1417" y="29849"/>
                  <a:pt x="988" y="29444"/>
                </a:cubicBezTo>
                <a:cubicBezTo>
                  <a:pt x="1084" y="29587"/>
                  <a:pt x="1143" y="29754"/>
                  <a:pt x="1286" y="29885"/>
                </a:cubicBezTo>
                <a:cubicBezTo>
                  <a:pt x="1667" y="30302"/>
                  <a:pt x="2179" y="30444"/>
                  <a:pt x="2631" y="30683"/>
                </a:cubicBezTo>
                <a:cubicBezTo>
                  <a:pt x="2334" y="30837"/>
                  <a:pt x="1858" y="30754"/>
                  <a:pt x="1500" y="30837"/>
                </a:cubicBezTo>
                <a:cubicBezTo>
                  <a:pt x="2441" y="31052"/>
                  <a:pt x="3239" y="31635"/>
                  <a:pt x="4215" y="31814"/>
                </a:cubicBezTo>
                <a:cubicBezTo>
                  <a:pt x="4513" y="31873"/>
                  <a:pt x="4822" y="31933"/>
                  <a:pt x="5156" y="31992"/>
                </a:cubicBezTo>
                <a:lnTo>
                  <a:pt x="5156" y="39803"/>
                </a:lnTo>
                <a:lnTo>
                  <a:pt x="6239" y="39803"/>
                </a:lnTo>
                <a:lnTo>
                  <a:pt x="6239" y="32135"/>
                </a:lnTo>
                <a:cubicBezTo>
                  <a:pt x="6858" y="32171"/>
                  <a:pt x="7477" y="32028"/>
                  <a:pt x="8108" y="32207"/>
                </a:cubicBezTo>
                <a:cubicBezTo>
                  <a:pt x="8549" y="32349"/>
                  <a:pt x="8882" y="32528"/>
                  <a:pt x="9335" y="32492"/>
                </a:cubicBezTo>
                <a:cubicBezTo>
                  <a:pt x="9751" y="32469"/>
                  <a:pt x="10132" y="32326"/>
                  <a:pt x="10549" y="32326"/>
                </a:cubicBezTo>
                <a:cubicBezTo>
                  <a:pt x="10168" y="32171"/>
                  <a:pt x="9751" y="32064"/>
                  <a:pt x="9347" y="31933"/>
                </a:cubicBezTo>
                <a:cubicBezTo>
                  <a:pt x="10549" y="31957"/>
                  <a:pt x="12085" y="31659"/>
                  <a:pt x="12740" y="30230"/>
                </a:cubicBezTo>
                <a:cubicBezTo>
                  <a:pt x="12276" y="30444"/>
                  <a:pt x="11895" y="30540"/>
                  <a:pt x="11430" y="30230"/>
                </a:cubicBezTo>
                <a:cubicBezTo>
                  <a:pt x="11573" y="30111"/>
                  <a:pt x="11787" y="29968"/>
                  <a:pt x="12014" y="29861"/>
                </a:cubicBezTo>
                <a:cubicBezTo>
                  <a:pt x="11609" y="29873"/>
                  <a:pt x="11216" y="29694"/>
                  <a:pt x="10883" y="29444"/>
                </a:cubicBezTo>
                <a:cubicBezTo>
                  <a:pt x="11240" y="29206"/>
                  <a:pt x="11597" y="28932"/>
                  <a:pt x="11895" y="28611"/>
                </a:cubicBezTo>
                <a:cubicBezTo>
                  <a:pt x="12014" y="28480"/>
                  <a:pt x="12097" y="28313"/>
                  <a:pt x="12216" y="28194"/>
                </a:cubicBezTo>
                <a:cubicBezTo>
                  <a:pt x="11835" y="28385"/>
                  <a:pt x="11121" y="28373"/>
                  <a:pt x="10799" y="28385"/>
                </a:cubicBezTo>
                <a:cubicBezTo>
                  <a:pt x="10894" y="28218"/>
                  <a:pt x="11025" y="28099"/>
                  <a:pt x="11180" y="28039"/>
                </a:cubicBezTo>
                <a:cubicBezTo>
                  <a:pt x="10775" y="28039"/>
                  <a:pt x="10382" y="28063"/>
                  <a:pt x="9990" y="28158"/>
                </a:cubicBezTo>
                <a:cubicBezTo>
                  <a:pt x="10192" y="27956"/>
                  <a:pt x="10502" y="27670"/>
                  <a:pt x="10763" y="27599"/>
                </a:cubicBezTo>
                <a:cubicBezTo>
                  <a:pt x="10359" y="27730"/>
                  <a:pt x="9251" y="27825"/>
                  <a:pt x="8930" y="27420"/>
                </a:cubicBezTo>
                <a:cubicBezTo>
                  <a:pt x="9656" y="27087"/>
                  <a:pt x="10371" y="27242"/>
                  <a:pt x="11025" y="26658"/>
                </a:cubicBezTo>
                <a:cubicBezTo>
                  <a:pt x="11454" y="26277"/>
                  <a:pt x="11680" y="25646"/>
                  <a:pt x="12109" y="25265"/>
                </a:cubicBezTo>
                <a:cubicBezTo>
                  <a:pt x="11847" y="25468"/>
                  <a:pt x="11454" y="25337"/>
                  <a:pt x="11144" y="25301"/>
                </a:cubicBezTo>
                <a:cubicBezTo>
                  <a:pt x="11240" y="25241"/>
                  <a:pt x="11311" y="25134"/>
                  <a:pt x="11394" y="25087"/>
                </a:cubicBezTo>
                <a:cubicBezTo>
                  <a:pt x="11156" y="25027"/>
                  <a:pt x="10906" y="25099"/>
                  <a:pt x="10656" y="25099"/>
                </a:cubicBezTo>
                <a:cubicBezTo>
                  <a:pt x="11013" y="24944"/>
                  <a:pt x="11323" y="24706"/>
                  <a:pt x="11656" y="24515"/>
                </a:cubicBezTo>
                <a:cubicBezTo>
                  <a:pt x="10954" y="24503"/>
                  <a:pt x="10406" y="24587"/>
                  <a:pt x="9763" y="24158"/>
                </a:cubicBezTo>
                <a:cubicBezTo>
                  <a:pt x="9990" y="24027"/>
                  <a:pt x="10359" y="23848"/>
                  <a:pt x="10490" y="23622"/>
                </a:cubicBezTo>
                <a:cubicBezTo>
                  <a:pt x="10240" y="23575"/>
                  <a:pt x="9966" y="23551"/>
                  <a:pt x="9728" y="23432"/>
                </a:cubicBezTo>
                <a:cubicBezTo>
                  <a:pt x="10168" y="22741"/>
                  <a:pt x="10716" y="22265"/>
                  <a:pt x="11061" y="21467"/>
                </a:cubicBezTo>
                <a:cubicBezTo>
                  <a:pt x="10430" y="21836"/>
                  <a:pt x="8394" y="23027"/>
                  <a:pt x="7977" y="21789"/>
                </a:cubicBezTo>
                <a:cubicBezTo>
                  <a:pt x="8632" y="21610"/>
                  <a:pt x="9251" y="21348"/>
                  <a:pt x="9894" y="21134"/>
                </a:cubicBezTo>
                <a:cubicBezTo>
                  <a:pt x="9668" y="21062"/>
                  <a:pt x="9394" y="21122"/>
                  <a:pt x="9156" y="21039"/>
                </a:cubicBezTo>
                <a:cubicBezTo>
                  <a:pt x="9466" y="20884"/>
                  <a:pt x="9835" y="20812"/>
                  <a:pt x="10168" y="20693"/>
                </a:cubicBezTo>
                <a:cubicBezTo>
                  <a:pt x="10013" y="20681"/>
                  <a:pt x="9930" y="20574"/>
                  <a:pt x="9811" y="20515"/>
                </a:cubicBezTo>
                <a:cubicBezTo>
                  <a:pt x="10049" y="20158"/>
                  <a:pt x="10847" y="19753"/>
                  <a:pt x="11192" y="19515"/>
                </a:cubicBezTo>
                <a:cubicBezTo>
                  <a:pt x="10823" y="19634"/>
                  <a:pt x="10263" y="19634"/>
                  <a:pt x="9894" y="19503"/>
                </a:cubicBezTo>
                <a:cubicBezTo>
                  <a:pt x="10121" y="19288"/>
                  <a:pt x="10359" y="19038"/>
                  <a:pt x="10597" y="18848"/>
                </a:cubicBezTo>
                <a:cubicBezTo>
                  <a:pt x="10013" y="18776"/>
                  <a:pt x="9394" y="18991"/>
                  <a:pt x="8799" y="18955"/>
                </a:cubicBezTo>
                <a:cubicBezTo>
                  <a:pt x="9013" y="18812"/>
                  <a:pt x="9239" y="18610"/>
                  <a:pt x="9466" y="18491"/>
                </a:cubicBezTo>
                <a:cubicBezTo>
                  <a:pt x="8644" y="18610"/>
                  <a:pt x="8085" y="18538"/>
                  <a:pt x="7334" y="18026"/>
                </a:cubicBezTo>
                <a:cubicBezTo>
                  <a:pt x="7930" y="18038"/>
                  <a:pt x="8513" y="17979"/>
                  <a:pt x="9108" y="17919"/>
                </a:cubicBezTo>
                <a:cubicBezTo>
                  <a:pt x="8978" y="17907"/>
                  <a:pt x="8835" y="17860"/>
                  <a:pt x="8692" y="17848"/>
                </a:cubicBezTo>
                <a:cubicBezTo>
                  <a:pt x="8823" y="17800"/>
                  <a:pt x="8954" y="17729"/>
                  <a:pt x="9097" y="17681"/>
                </a:cubicBezTo>
                <a:cubicBezTo>
                  <a:pt x="8811" y="17693"/>
                  <a:pt x="8537" y="17669"/>
                  <a:pt x="8275" y="17574"/>
                </a:cubicBezTo>
                <a:cubicBezTo>
                  <a:pt x="8870" y="17455"/>
                  <a:pt x="9156" y="17360"/>
                  <a:pt x="9632" y="16907"/>
                </a:cubicBezTo>
                <a:cubicBezTo>
                  <a:pt x="9359" y="16895"/>
                  <a:pt x="9097" y="16895"/>
                  <a:pt x="8835" y="16895"/>
                </a:cubicBezTo>
                <a:cubicBezTo>
                  <a:pt x="9525" y="16907"/>
                  <a:pt x="9609" y="15645"/>
                  <a:pt x="10049" y="15181"/>
                </a:cubicBezTo>
                <a:cubicBezTo>
                  <a:pt x="9418" y="15574"/>
                  <a:pt x="8978" y="15609"/>
                  <a:pt x="8275" y="15657"/>
                </a:cubicBezTo>
                <a:cubicBezTo>
                  <a:pt x="8739" y="15514"/>
                  <a:pt x="9037" y="15133"/>
                  <a:pt x="9394" y="14800"/>
                </a:cubicBezTo>
                <a:cubicBezTo>
                  <a:pt x="9239" y="14871"/>
                  <a:pt x="9073" y="14931"/>
                  <a:pt x="8942" y="14978"/>
                </a:cubicBezTo>
                <a:cubicBezTo>
                  <a:pt x="9049" y="14800"/>
                  <a:pt x="9180" y="14633"/>
                  <a:pt x="9299" y="14466"/>
                </a:cubicBezTo>
                <a:cubicBezTo>
                  <a:pt x="8978" y="14526"/>
                  <a:pt x="8585" y="14573"/>
                  <a:pt x="8275" y="14562"/>
                </a:cubicBezTo>
                <a:cubicBezTo>
                  <a:pt x="8858" y="14109"/>
                  <a:pt x="9168" y="13335"/>
                  <a:pt x="9549" y="12680"/>
                </a:cubicBezTo>
                <a:cubicBezTo>
                  <a:pt x="8942" y="13073"/>
                  <a:pt x="8442" y="13657"/>
                  <a:pt x="7692" y="13383"/>
                </a:cubicBezTo>
                <a:cubicBezTo>
                  <a:pt x="7906" y="13311"/>
                  <a:pt x="8096" y="13204"/>
                  <a:pt x="8299" y="13145"/>
                </a:cubicBezTo>
                <a:cubicBezTo>
                  <a:pt x="8239" y="13133"/>
                  <a:pt x="8144" y="13038"/>
                  <a:pt x="8025" y="13038"/>
                </a:cubicBezTo>
                <a:cubicBezTo>
                  <a:pt x="8287" y="12919"/>
                  <a:pt x="8561" y="12704"/>
                  <a:pt x="8799" y="12549"/>
                </a:cubicBezTo>
                <a:cubicBezTo>
                  <a:pt x="8525" y="12549"/>
                  <a:pt x="8239" y="12490"/>
                  <a:pt x="7977" y="12490"/>
                </a:cubicBezTo>
                <a:cubicBezTo>
                  <a:pt x="8704" y="12240"/>
                  <a:pt x="9001" y="11525"/>
                  <a:pt x="9275" y="10740"/>
                </a:cubicBezTo>
                <a:cubicBezTo>
                  <a:pt x="8978" y="10990"/>
                  <a:pt x="8692" y="11240"/>
                  <a:pt x="8323" y="11180"/>
                </a:cubicBezTo>
                <a:cubicBezTo>
                  <a:pt x="8466" y="11037"/>
                  <a:pt x="8620" y="10835"/>
                  <a:pt x="8620" y="10633"/>
                </a:cubicBezTo>
                <a:cubicBezTo>
                  <a:pt x="8382" y="10799"/>
                  <a:pt x="8096" y="10930"/>
                  <a:pt x="7846" y="10775"/>
                </a:cubicBezTo>
                <a:cubicBezTo>
                  <a:pt x="7942" y="10704"/>
                  <a:pt x="8025" y="10573"/>
                  <a:pt x="8156" y="10513"/>
                </a:cubicBezTo>
                <a:cubicBezTo>
                  <a:pt x="7787" y="10478"/>
                  <a:pt x="7454" y="10478"/>
                  <a:pt x="7096" y="10335"/>
                </a:cubicBezTo>
                <a:cubicBezTo>
                  <a:pt x="7942" y="10502"/>
                  <a:pt x="8180" y="9513"/>
                  <a:pt x="8525" y="8799"/>
                </a:cubicBezTo>
                <a:cubicBezTo>
                  <a:pt x="8168" y="8906"/>
                  <a:pt x="7799" y="8930"/>
                  <a:pt x="7430" y="8918"/>
                </a:cubicBezTo>
                <a:cubicBezTo>
                  <a:pt x="7656" y="8847"/>
                  <a:pt x="7894" y="8692"/>
                  <a:pt x="8025" y="8489"/>
                </a:cubicBezTo>
                <a:cubicBezTo>
                  <a:pt x="7704" y="8573"/>
                  <a:pt x="7323" y="8549"/>
                  <a:pt x="7084" y="8239"/>
                </a:cubicBezTo>
                <a:cubicBezTo>
                  <a:pt x="7394" y="7966"/>
                  <a:pt x="7835" y="7799"/>
                  <a:pt x="8108" y="7465"/>
                </a:cubicBezTo>
                <a:cubicBezTo>
                  <a:pt x="7846" y="7668"/>
                  <a:pt x="7489" y="7477"/>
                  <a:pt x="7192" y="7382"/>
                </a:cubicBezTo>
                <a:cubicBezTo>
                  <a:pt x="7382" y="7263"/>
                  <a:pt x="7620" y="7073"/>
                  <a:pt x="7692" y="6834"/>
                </a:cubicBezTo>
                <a:cubicBezTo>
                  <a:pt x="7513" y="6930"/>
                  <a:pt x="7287" y="6954"/>
                  <a:pt x="7108" y="6906"/>
                </a:cubicBezTo>
                <a:cubicBezTo>
                  <a:pt x="7239" y="6775"/>
                  <a:pt x="7370" y="6644"/>
                  <a:pt x="7465" y="6489"/>
                </a:cubicBezTo>
                <a:cubicBezTo>
                  <a:pt x="7263" y="6465"/>
                  <a:pt x="6989" y="6430"/>
                  <a:pt x="6811" y="6394"/>
                </a:cubicBezTo>
                <a:cubicBezTo>
                  <a:pt x="7025" y="6275"/>
                  <a:pt x="7215" y="6096"/>
                  <a:pt x="7370" y="5870"/>
                </a:cubicBezTo>
                <a:cubicBezTo>
                  <a:pt x="7156" y="5882"/>
                  <a:pt x="6942" y="5834"/>
                  <a:pt x="6727" y="5811"/>
                </a:cubicBezTo>
                <a:cubicBezTo>
                  <a:pt x="7096" y="5620"/>
                  <a:pt x="7251" y="5108"/>
                  <a:pt x="7454" y="4727"/>
                </a:cubicBezTo>
                <a:cubicBezTo>
                  <a:pt x="7192" y="4858"/>
                  <a:pt x="6894" y="4929"/>
                  <a:pt x="6620" y="5049"/>
                </a:cubicBezTo>
                <a:cubicBezTo>
                  <a:pt x="6739" y="4882"/>
                  <a:pt x="6906" y="4703"/>
                  <a:pt x="7073" y="4608"/>
                </a:cubicBezTo>
                <a:cubicBezTo>
                  <a:pt x="6846" y="4608"/>
                  <a:pt x="6620" y="4620"/>
                  <a:pt x="6394" y="4608"/>
                </a:cubicBezTo>
                <a:cubicBezTo>
                  <a:pt x="6561" y="4406"/>
                  <a:pt x="6680" y="4167"/>
                  <a:pt x="6846" y="4013"/>
                </a:cubicBezTo>
                <a:cubicBezTo>
                  <a:pt x="6596" y="4215"/>
                  <a:pt x="6275" y="4227"/>
                  <a:pt x="5977" y="4215"/>
                </a:cubicBezTo>
                <a:cubicBezTo>
                  <a:pt x="6215" y="4156"/>
                  <a:pt x="6430" y="3965"/>
                  <a:pt x="6608" y="3775"/>
                </a:cubicBezTo>
                <a:cubicBezTo>
                  <a:pt x="6477" y="3834"/>
                  <a:pt x="6358" y="3798"/>
                  <a:pt x="6215" y="3810"/>
                </a:cubicBezTo>
                <a:cubicBezTo>
                  <a:pt x="6334" y="3691"/>
                  <a:pt x="6453" y="3548"/>
                  <a:pt x="6561" y="3429"/>
                </a:cubicBezTo>
                <a:cubicBezTo>
                  <a:pt x="6441" y="3453"/>
                  <a:pt x="6275" y="3394"/>
                  <a:pt x="6156" y="3417"/>
                </a:cubicBezTo>
                <a:cubicBezTo>
                  <a:pt x="6132" y="3144"/>
                  <a:pt x="6132" y="2882"/>
                  <a:pt x="6299" y="2703"/>
                </a:cubicBezTo>
                <a:cubicBezTo>
                  <a:pt x="6084" y="2536"/>
                  <a:pt x="6180" y="2203"/>
                  <a:pt x="6120" y="1941"/>
                </a:cubicBezTo>
                <a:cubicBezTo>
                  <a:pt x="6132" y="1905"/>
                  <a:pt x="6144" y="1893"/>
                  <a:pt x="6156" y="1881"/>
                </a:cubicBezTo>
                <a:cubicBezTo>
                  <a:pt x="6156" y="1250"/>
                  <a:pt x="6084" y="631"/>
                  <a:pt x="6072" y="0"/>
                </a:cubicBezTo>
                <a:cubicBezTo>
                  <a:pt x="6072" y="679"/>
                  <a:pt x="5953" y="2370"/>
                  <a:pt x="5465" y="2298"/>
                </a:cubicBezTo>
                <a:cubicBezTo>
                  <a:pt x="5489" y="2620"/>
                  <a:pt x="5644" y="2905"/>
                  <a:pt x="5739" y="3191"/>
                </a:cubicBezTo>
                <a:cubicBezTo>
                  <a:pt x="5549" y="3155"/>
                  <a:pt x="5370" y="3060"/>
                  <a:pt x="5179" y="3013"/>
                </a:cubicBezTo>
                <a:cubicBezTo>
                  <a:pt x="5287" y="3322"/>
                  <a:pt x="5560" y="3489"/>
                  <a:pt x="5525" y="3870"/>
                </a:cubicBezTo>
                <a:cubicBezTo>
                  <a:pt x="5429" y="3798"/>
                  <a:pt x="5251" y="3775"/>
                  <a:pt x="5191" y="3727"/>
                </a:cubicBezTo>
                <a:cubicBezTo>
                  <a:pt x="5298" y="4025"/>
                  <a:pt x="5441" y="4275"/>
                  <a:pt x="5584" y="4548"/>
                </a:cubicBezTo>
                <a:cubicBezTo>
                  <a:pt x="5251" y="4572"/>
                  <a:pt x="4810" y="4429"/>
                  <a:pt x="4584" y="4144"/>
                </a:cubicBezTo>
                <a:cubicBezTo>
                  <a:pt x="4727" y="4644"/>
                  <a:pt x="5168" y="4941"/>
                  <a:pt x="5322" y="5394"/>
                </a:cubicBezTo>
                <a:cubicBezTo>
                  <a:pt x="5060" y="5382"/>
                  <a:pt x="4810" y="5239"/>
                  <a:pt x="4536" y="5215"/>
                </a:cubicBezTo>
                <a:cubicBezTo>
                  <a:pt x="4727" y="5560"/>
                  <a:pt x="5001" y="5858"/>
                  <a:pt x="5168" y="6227"/>
                </a:cubicBezTo>
                <a:cubicBezTo>
                  <a:pt x="4870" y="6227"/>
                  <a:pt x="4548" y="6013"/>
                  <a:pt x="4286" y="6120"/>
                </a:cubicBezTo>
                <a:cubicBezTo>
                  <a:pt x="4536" y="6465"/>
                  <a:pt x="5084" y="6692"/>
                  <a:pt x="5168" y="7168"/>
                </a:cubicBezTo>
                <a:cubicBezTo>
                  <a:pt x="4882" y="7144"/>
                  <a:pt x="4608" y="7061"/>
                  <a:pt x="4358" y="6906"/>
                </a:cubicBezTo>
                <a:cubicBezTo>
                  <a:pt x="4667" y="7489"/>
                  <a:pt x="4989" y="7835"/>
                  <a:pt x="5441" y="8216"/>
                </a:cubicBezTo>
                <a:cubicBezTo>
                  <a:pt x="5084" y="8251"/>
                  <a:pt x="4810" y="8442"/>
                  <a:pt x="4429" y="8358"/>
                </a:cubicBezTo>
                <a:cubicBezTo>
                  <a:pt x="4036" y="8263"/>
                  <a:pt x="3632" y="7954"/>
                  <a:pt x="3263" y="7775"/>
                </a:cubicBezTo>
                <a:cubicBezTo>
                  <a:pt x="3501" y="8549"/>
                  <a:pt x="4406" y="8656"/>
                  <a:pt x="4632" y="9430"/>
                </a:cubicBezTo>
                <a:cubicBezTo>
                  <a:pt x="4489" y="9382"/>
                  <a:pt x="4334" y="9430"/>
                  <a:pt x="4191" y="9370"/>
                </a:cubicBezTo>
                <a:cubicBezTo>
                  <a:pt x="4179" y="9430"/>
                  <a:pt x="4167" y="9501"/>
                  <a:pt x="4155" y="9561"/>
                </a:cubicBezTo>
                <a:cubicBezTo>
                  <a:pt x="3870" y="9609"/>
                  <a:pt x="3632" y="9466"/>
                  <a:pt x="3358" y="9335"/>
                </a:cubicBezTo>
                <a:cubicBezTo>
                  <a:pt x="3536" y="9668"/>
                  <a:pt x="3798" y="9942"/>
                  <a:pt x="3977" y="10263"/>
                </a:cubicBezTo>
                <a:cubicBezTo>
                  <a:pt x="3644" y="10228"/>
                  <a:pt x="3322" y="10156"/>
                  <a:pt x="3060" y="9906"/>
                </a:cubicBezTo>
                <a:cubicBezTo>
                  <a:pt x="3203" y="10633"/>
                  <a:pt x="3560" y="10954"/>
                  <a:pt x="3929" y="11430"/>
                </a:cubicBezTo>
                <a:cubicBezTo>
                  <a:pt x="3393" y="11609"/>
                  <a:pt x="2882" y="11168"/>
                  <a:pt x="2370" y="11168"/>
                </a:cubicBezTo>
                <a:cubicBezTo>
                  <a:pt x="2643" y="11692"/>
                  <a:pt x="3036" y="12121"/>
                  <a:pt x="3441" y="12478"/>
                </a:cubicBezTo>
                <a:cubicBezTo>
                  <a:pt x="3239" y="12478"/>
                  <a:pt x="3036" y="12478"/>
                  <a:pt x="2846" y="12490"/>
                </a:cubicBezTo>
                <a:cubicBezTo>
                  <a:pt x="3048" y="13002"/>
                  <a:pt x="3584" y="13276"/>
                  <a:pt x="3953" y="13550"/>
                </a:cubicBezTo>
                <a:cubicBezTo>
                  <a:pt x="3572" y="13573"/>
                  <a:pt x="3143" y="13871"/>
                  <a:pt x="2786" y="13752"/>
                </a:cubicBezTo>
                <a:cubicBezTo>
                  <a:pt x="3048" y="14026"/>
                  <a:pt x="3322" y="14323"/>
                  <a:pt x="3655" y="14490"/>
                </a:cubicBezTo>
                <a:cubicBezTo>
                  <a:pt x="2965" y="14704"/>
                  <a:pt x="2512" y="14383"/>
                  <a:pt x="1893" y="14014"/>
                </a:cubicBezTo>
                <a:cubicBezTo>
                  <a:pt x="2310" y="14728"/>
                  <a:pt x="2608" y="15383"/>
                  <a:pt x="3286" y="15824"/>
                </a:cubicBezTo>
                <a:cubicBezTo>
                  <a:pt x="3084" y="16097"/>
                  <a:pt x="2631" y="16074"/>
                  <a:pt x="2334" y="16038"/>
                </a:cubicBezTo>
                <a:cubicBezTo>
                  <a:pt x="2489" y="16157"/>
                  <a:pt x="2489" y="16300"/>
                  <a:pt x="2560" y="16455"/>
                </a:cubicBezTo>
                <a:lnTo>
                  <a:pt x="2036" y="16455"/>
                </a:lnTo>
                <a:cubicBezTo>
                  <a:pt x="2191" y="16729"/>
                  <a:pt x="2441" y="16883"/>
                  <a:pt x="2703" y="16967"/>
                </a:cubicBezTo>
                <a:cubicBezTo>
                  <a:pt x="2036" y="17371"/>
                  <a:pt x="1084" y="17002"/>
                  <a:pt x="643" y="16300"/>
                </a:cubicBezTo>
                <a:cubicBezTo>
                  <a:pt x="965" y="17288"/>
                  <a:pt x="1905" y="17360"/>
                  <a:pt x="2262" y="18205"/>
                </a:cubicBezTo>
                <a:cubicBezTo>
                  <a:pt x="2167" y="18217"/>
                  <a:pt x="2048" y="18360"/>
                  <a:pt x="1917" y="18324"/>
                </a:cubicBezTo>
                <a:cubicBezTo>
                  <a:pt x="2108" y="18586"/>
                  <a:pt x="2370" y="18753"/>
                  <a:pt x="2620" y="18931"/>
                </a:cubicBezTo>
                <a:cubicBezTo>
                  <a:pt x="2191" y="18979"/>
                  <a:pt x="1619" y="18907"/>
                  <a:pt x="1274" y="18550"/>
                </a:cubicBezTo>
                <a:cubicBezTo>
                  <a:pt x="1488" y="19026"/>
                  <a:pt x="2691" y="19741"/>
                  <a:pt x="2560" y="20205"/>
                </a:cubicBezTo>
                <a:cubicBezTo>
                  <a:pt x="2334" y="20205"/>
                  <a:pt x="2096" y="20169"/>
                  <a:pt x="1893" y="20217"/>
                </a:cubicBezTo>
                <a:cubicBezTo>
                  <a:pt x="2036" y="20622"/>
                  <a:pt x="2441" y="20920"/>
                  <a:pt x="2798" y="20943"/>
                </a:cubicBezTo>
                <a:cubicBezTo>
                  <a:pt x="2143" y="21336"/>
                  <a:pt x="822" y="21348"/>
                  <a:pt x="143" y="20824"/>
                </a:cubicBezTo>
                <a:cubicBezTo>
                  <a:pt x="322" y="21062"/>
                  <a:pt x="357" y="21467"/>
                  <a:pt x="524" y="21753"/>
                </a:cubicBezTo>
                <a:cubicBezTo>
                  <a:pt x="834" y="22289"/>
                  <a:pt x="1191" y="22313"/>
                  <a:pt x="1667" y="22527"/>
                </a:cubicBezTo>
                <a:cubicBezTo>
                  <a:pt x="1548" y="22503"/>
                  <a:pt x="1393" y="22539"/>
                  <a:pt x="1274" y="22539"/>
                </a:cubicBezTo>
                <a:cubicBezTo>
                  <a:pt x="1619" y="22979"/>
                  <a:pt x="1929" y="23396"/>
                  <a:pt x="2441" y="23551"/>
                </a:cubicBezTo>
                <a:cubicBezTo>
                  <a:pt x="2024" y="23384"/>
                  <a:pt x="1536" y="23456"/>
                  <a:pt x="1191" y="23098"/>
                </a:cubicBezTo>
                <a:cubicBezTo>
                  <a:pt x="1334" y="23444"/>
                  <a:pt x="1536" y="23777"/>
                  <a:pt x="1786" y="24015"/>
                </a:cubicBezTo>
                <a:cubicBezTo>
                  <a:pt x="2012" y="24218"/>
                  <a:pt x="2381" y="24229"/>
                  <a:pt x="2501" y="24563"/>
                </a:cubicBezTo>
                <a:cubicBezTo>
                  <a:pt x="2072" y="24491"/>
                  <a:pt x="1500" y="24337"/>
                  <a:pt x="1072" y="24515"/>
                </a:cubicBezTo>
                <a:cubicBezTo>
                  <a:pt x="1679" y="24527"/>
                  <a:pt x="2453" y="24932"/>
                  <a:pt x="2810" y="25539"/>
                </a:cubicBezTo>
                <a:cubicBezTo>
                  <a:pt x="2167" y="25575"/>
                  <a:pt x="1560" y="25718"/>
                  <a:pt x="905" y="25682"/>
                </a:cubicBezTo>
                <a:cubicBezTo>
                  <a:pt x="1096" y="26075"/>
                  <a:pt x="2072" y="26289"/>
                  <a:pt x="2393" y="26694"/>
                </a:cubicBezTo>
                <a:cubicBezTo>
                  <a:pt x="1917" y="26551"/>
                  <a:pt x="1358" y="26599"/>
                  <a:pt x="857" y="26634"/>
                </a:cubicBezTo>
                <a:cubicBezTo>
                  <a:pt x="1012" y="26837"/>
                  <a:pt x="1191" y="27027"/>
                  <a:pt x="1381" y="27206"/>
                </a:cubicBezTo>
                <a:cubicBezTo>
                  <a:pt x="1072" y="27075"/>
                  <a:pt x="369" y="26956"/>
                  <a:pt x="0" y="26670"/>
                </a:cubicBezTo>
                <a:cubicBezTo>
                  <a:pt x="107" y="26920"/>
                  <a:pt x="191" y="27218"/>
                  <a:pt x="453" y="2742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" name="Google Shape;217;p40"/>
          <p:cNvSpPr txBox="1"/>
          <p:nvPr/>
        </p:nvSpPr>
        <p:spPr>
          <a:xfrm>
            <a:off x="408940" y="3023870"/>
            <a:ext cx="2886710" cy="71691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17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Выполнил: Апанасенко В.А.</a:t>
            </a:r>
            <a:br>
              <a:rPr lang="ru-RU" altLang="en-GB">
                <a:latin typeface="Calibri" panose="020F0502020204030204" charset="0"/>
                <a:cs typeface="Calibri" panose="020F0502020204030204" charset="0"/>
              </a:rPr>
            </a:b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Группа: ПКС-2-23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6"/>
          <p:cNvSpPr/>
          <p:nvPr/>
        </p:nvSpPr>
        <p:spPr>
          <a:xfrm>
            <a:off x="3669500" y="3061275"/>
            <a:ext cx="7608850" cy="3533500"/>
          </a:xfrm>
          <a:custGeom>
            <a:avLst/>
            <a:gdLst/>
            <a:ahLst/>
            <a:cxnLst/>
            <a:rect l="l" t="t" r="r" b="b"/>
            <a:pathLst>
              <a:path w="304354" h="141340" extrusionOk="0">
                <a:moveTo>
                  <a:pt x="1" y="75229"/>
                </a:moveTo>
                <a:cubicBezTo>
                  <a:pt x="1" y="75229"/>
                  <a:pt x="16354" y="49028"/>
                  <a:pt x="23193" y="47873"/>
                </a:cubicBezTo>
                <a:cubicBezTo>
                  <a:pt x="30032" y="46749"/>
                  <a:pt x="37995" y="47873"/>
                  <a:pt x="37995" y="47873"/>
                </a:cubicBezTo>
                <a:cubicBezTo>
                  <a:pt x="37995" y="47873"/>
                  <a:pt x="66172" y="72585"/>
                  <a:pt x="74501" y="75229"/>
                </a:cubicBezTo>
                <a:cubicBezTo>
                  <a:pt x="82829" y="77904"/>
                  <a:pt x="118179" y="78269"/>
                  <a:pt x="118179" y="78269"/>
                </a:cubicBezTo>
                <a:lnTo>
                  <a:pt x="143955" y="72950"/>
                </a:lnTo>
                <a:lnTo>
                  <a:pt x="163378" y="66506"/>
                </a:lnTo>
                <a:lnTo>
                  <a:pt x="168636" y="59272"/>
                </a:lnTo>
                <a:lnTo>
                  <a:pt x="175019" y="57114"/>
                </a:lnTo>
                <a:lnTo>
                  <a:pt x="178150" y="57114"/>
                </a:lnTo>
                <a:cubicBezTo>
                  <a:pt x="178150" y="57114"/>
                  <a:pt x="184229" y="46749"/>
                  <a:pt x="185749" y="41794"/>
                </a:cubicBezTo>
                <a:cubicBezTo>
                  <a:pt x="187269" y="36870"/>
                  <a:pt x="190703" y="33435"/>
                  <a:pt x="190703" y="33435"/>
                </a:cubicBezTo>
                <a:cubicBezTo>
                  <a:pt x="190703" y="33435"/>
                  <a:pt x="191068" y="27356"/>
                  <a:pt x="193348" y="26779"/>
                </a:cubicBezTo>
                <a:cubicBezTo>
                  <a:pt x="195628" y="26232"/>
                  <a:pt x="199640" y="26779"/>
                  <a:pt x="199640" y="26779"/>
                </a:cubicBezTo>
                <a:lnTo>
                  <a:pt x="203652" y="27356"/>
                </a:lnTo>
                <a:lnTo>
                  <a:pt x="214686" y="14073"/>
                </a:lnTo>
                <a:cubicBezTo>
                  <a:pt x="214686" y="14073"/>
                  <a:pt x="219032" y="7599"/>
                  <a:pt x="221130" y="6657"/>
                </a:cubicBezTo>
                <a:cubicBezTo>
                  <a:pt x="223227" y="5715"/>
                  <a:pt x="226631" y="0"/>
                  <a:pt x="226631" y="0"/>
                </a:cubicBezTo>
                <a:lnTo>
                  <a:pt x="235568" y="0"/>
                </a:lnTo>
                <a:lnTo>
                  <a:pt x="250401" y="5715"/>
                </a:lnTo>
                <a:cubicBezTo>
                  <a:pt x="250401" y="5715"/>
                  <a:pt x="256267" y="17660"/>
                  <a:pt x="260644" y="19940"/>
                </a:cubicBezTo>
                <a:cubicBezTo>
                  <a:pt x="265021" y="22219"/>
                  <a:pt x="269763" y="26779"/>
                  <a:pt x="269763" y="26779"/>
                </a:cubicBezTo>
                <a:cubicBezTo>
                  <a:pt x="269763" y="26779"/>
                  <a:pt x="276237" y="40670"/>
                  <a:pt x="279277" y="43132"/>
                </a:cubicBezTo>
                <a:cubicBezTo>
                  <a:pt x="282316" y="45594"/>
                  <a:pt x="287635" y="49788"/>
                  <a:pt x="287635" y="49788"/>
                </a:cubicBezTo>
                <a:lnTo>
                  <a:pt x="304353" y="67630"/>
                </a:lnTo>
                <a:lnTo>
                  <a:pt x="304353" y="141340"/>
                </a:lnTo>
                <a:lnTo>
                  <a:pt x="1" y="14134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8" name="Google Shape;308;p46"/>
          <p:cNvSpPr txBox="1"/>
          <p:nvPr>
            <p:ph type="title"/>
          </p:nvPr>
        </p:nvSpPr>
        <p:spPr>
          <a:xfrm>
            <a:off x="1764030" y="445135"/>
            <a:ext cx="5615940" cy="5727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Актуальность проекта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09" name="Google Shape;309;p46"/>
          <p:cNvSpPr txBox="1"/>
          <p:nvPr>
            <p:ph type="subTitle" idx="1"/>
          </p:nvPr>
        </p:nvSpPr>
        <p:spPr>
          <a:xfrm>
            <a:off x="1210310" y="1740535"/>
            <a:ext cx="6724015" cy="23266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313131"/>
              </a:buClr>
              <a:buSzPts val="1100"/>
              <a:buFont typeface="Arial" panose="020B0604020202020204"/>
              <a:buNone/>
            </a:pP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Разработка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веб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-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сайта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об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альпинизме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актуальна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из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-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за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роста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интереса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к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активному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туризму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потребности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в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удобных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инструментах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для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просмотра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информации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о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вершинах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,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подборе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снаряжения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ведения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журнала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восхождений</a:t>
            </a:r>
            <a:r>
              <a:rPr lang="ru-RU" altLang="en-US" sz="1600">
                <a:latin typeface="Calibri" panose="020F0502020204030204" charset="0"/>
                <a:cs typeface="Calibri" panose="020F0502020204030204" charset="0"/>
              </a:rPr>
              <a:t> в одном месте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.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Проект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реализован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на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чистом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HTML, CSS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JavaScript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без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использования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тяжёлых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фреймворков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,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что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обеспечивает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высокую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скорость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работы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,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простоту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поддержки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позволяет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легко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развертывать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сайт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на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любых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хостингах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благодаря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его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статической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структуре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.</a:t>
            </a:r>
            <a:endParaRPr lang="en-US" altLang="ru-RU" sz="1600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11" name="Google Shape;311;p46"/>
          <p:cNvSpPr/>
          <p:nvPr/>
        </p:nvSpPr>
        <p:spPr>
          <a:xfrm>
            <a:off x="0" y="4404225"/>
            <a:ext cx="9143877" cy="812748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46"/>
          <p:cNvSpPr/>
          <p:nvPr/>
        </p:nvSpPr>
        <p:spPr>
          <a:xfrm>
            <a:off x="-335925" y="1309750"/>
            <a:ext cx="1187473" cy="3833898"/>
          </a:xfrm>
          <a:custGeom>
            <a:avLst/>
            <a:gdLst/>
            <a:ahLst/>
            <a:cxnLst/>
            <a:rect l="l" t="t" r="r" b="b"/>
            <a:pathLst>
              <a:path w="9050" h="29219" extrusionOk="0">
                <a:moveTo>
                  <a:pt x="310" y="18253"/>
                </a:moveTo>
                <a:cubicBezTo>
                  <a:pt x="608" y="18455"/>
                  <a:pt x="1215" y="18932"/>
                  <a:pt x="1561" y="18956"/>
                </a:cubicBezTo>
                <a:cubicBezTo>
                  <a:pt x="1275" y="18956"/>
                  <a:pt x="846" y="18920"/>
                  <a:pt x="513" y="19075"/>
                </a:cubicBezTo>
                <a:cubicBezTo>
                  <a:pt x="989" y="19110"/>
                  <a:pt x="1311" y="19515"/>
                  <a:pt x="1680" y="19801"/>
                </a:cubicBezTo>
                <a:cubicBezTo>
                  <a:pt x="1358" y="19670"/>
                  <a:pt x="977" y="19872"/>
                  <a:pt x="680" y="19622"/>
                </a:cubicBezTo>
                <a:cubicBezTo>
                  <a:pt x="751" y="19706"/>
                  <a:pt x="799" y="19825"/>
                  <a:pt x="882" y="19920"/>
                </a:cubicBezTo>
                <a:cubicBezTo>
                  <a:pt x="1156" y="20182"/>
                  <a:pt x="1513" y="20289"/>
                  <a:pt x="1858" y="20444"/>
                </a:cubicBezTo>
                <a:cubicBezTo>
                  <a:pt x="1644" y="20539"/>
                  <a:pt x="1311" y="20491"/>
                  <a:pt x="1049" y="20551"/>
                </a:cubicBezTo>
                <a:cubicBezTo>
                  <a:pt x="1727" y="20706"/>
                  <a:pt x="2287" y="21087"/>
                  <a:pt x="2966" y="21194"/>
                </a:cubicBezTo>
                <a:cubicBezTo>
                  <a:pt x="3180" y="21230"/>
                  <a:pt x="3406" y="21265"/>
                  <a:pt x="3644" y="21313"/>
                </a:cubicBezTo>
                <a:lnTo>
                  <a:pt x="3644" y="29219"/>
                </a:lnTo>
                <a:lnTo>
                  <a:pt x="4418" y="29219"/>
                </a:lnTo>
                <a:lnTo>
                  <a:pt x="4418" y="21420"/>
                </a:lnTo>
                <a:cubicBezTo>
                  <a:pt x="4859" y="21432"/>
                  <a:pt x="5287" y="21349"/>
                  <a:pt x="5752" y="21480"/>
                </a:cubicBezTo>
                <a:cubicBezTo>
                  <a:pt x="6073" y="21563"/>
                  <a:pt x="6299" y="21682"/>
                  <a:pt x="6621" y="21670"/>
                </a:cubicBezTo>
                <a:cubicBezTo>
                  <a:pt x="6918" y="21658"/>
                  <a:pt x="7192" y="21563"/>
                  <a:pt x="7478" y="21551"/>
                </a:cubicBezTo>
                <a:cubicBezTo>
                  <a:pt x="7204" y="21444"/>
                  <a:pt x="6918" y="21372"/>
                  <a:pt x="6633" y="21289"/>
                </a:cubicBezTo>
                <a:cubicBezTo>
                  <a:pt x="7502" y="21301"/>
                  <a:pt x="8585" y="21111"/>
                  <a:pt x="9050" y="20158"/>
                </a:cubicBezTo>
                <a:cubicBezTo>
                  <a:pt x="8716" y="20289"/>
                  <a:pt x="8431" y="20360"/>
                  <a:pt x="8121" y="20158"/>
                </a:cubicBezTo>
                <a:cubicBezTo>
                  <a:pt x="8228" y="20063"/>
                  <a:pt x="8371" y="19979"/>
                  <a:pt x="8538" y="19896"/>
                </a:cubicBezTo>
                <a:cubicBezTo>
                  <a:pt x="8252" y="19896"/>
                  <a:pt x="7978" y="19801"/>
                  <a:pt x="7740" y="19622"/>
                </a:cubicBezTo>
                <a:cubicBezTo>
                  <a:pt x="7990" y="19456"/>
                  <a:pt x="8240" y="19289"/>
                  <a:pt x="8454" y="19063"/>
                </a:cubicBezTo>
                <a:cubicBezTo>
                  <a:pt x="8538" y="18979"/>
                  <a:pt x="8597" y="18872"/>
                  <a:pt x="8669" y="18801"/>
                </a:cubicBezTo>
                <a:cubicBezTo>
                  <a:pt x="8407" y="18920"/>
                  <a:pt x="7883" y="18920"/>
                  <a:pt x="7680" y="18932"/>
                </a:cubicBezTo>
                <a:cubicBezTo>
                  <a:pt x="7740" y="18825"/>
                  <a:pt x="7835" y="18741"/>
                  <a:pt x="7942" y="18705"/>
                </a:cubicBezTo>
                <a:cubicBezTo>
                  <a:pt x="7657" y="18705"/>
                  <a:pt x="7383" y="18729"/>
                  <a:pt x="7097" y="18801"/>
                </a:cubicBezTo>
                <a:cubicBezTo>
                  <a:pt x="7240" y="18670"/>
                  <a:pt x="7466" y="18467"/>
                  <a:pt x="7645" y="18432"/>
                </a:cubicBezTo>
                <a:cubicBezTo>
                  <a:pt x="7359" y="18515"/>
                  <a:pt x="6573" y="18575"/>
                  <a:pt x="6347" y="18313"/>
                </a:cubicBezTo>
                <a:cubicBezTo>
                  <a:pt x="6871" y="18098"/>
                  <a:pt x="7383" y="18194"/>
                  <a:pt x="7835" y="17801"/>
                </a:cubicBezTo>
                <a:cubicBezTo>
                  <a:pt x="8169" y="17539"/>
                  <a:pt x="8335" y="17074"/>
                  <a:pt x="8657" y="16824"/>
                </a:cubicBezTo>
                <a:cubicBezTo>
                  <a:pt x="8466" y="17015"/>
                  <a:pt x="8169" y="16908"/>
                  <a:pt x="7930" y="16896"/>
                </a:cubicBezTo>
                <a:cubicBezTo>
                  <a:pt x="7990" y="16848"/>
                  <a:pt x="8050" y="16777"/>
                  <a:pt x="8109" y="16741"/>
                </a:cubicBezTo>
                <a:cubicBezTo>
                  <a:pt x="7942" y="16705"/>
                  <a:pt x="7764" y="16765"/>
                  <a:pt x="7585" y="16765"/>
                </a:cubicBezTo>
                <a:cubicBezTo>
                  <a:pt x="7835" y="16658"/>
                  <a:pt x="8061" y="16491"/>
                  <a:pt x="8300" y="16372"/>
                </a:cubicBezTo>
                <a:cubicBezTo>
                  <a:pt x="7811" y="16360"/>
                  <a:pt x="7418" y="16419"/>
                  <a:pt x="6966" y="16134"/>
                </a:cubicBezTo>
                <a:cubicBezTo>
                  <a:pt x="7121" y="16050"/>
                  <a:pt x="7395" y="15931"/>
                  <a:pt x="7478" y="15777"/>
                </a:cubicBezTo>
                <a:cubicBezTo>
                  <a:pt x="7299" y="15753"/>
                  <a:pt x="7109" y="15729"/>
                  <a:pt x="6942" y="15646"/>
                </a:cubicBezTo>
                <a:cubicBezTo>
                  <a:pt x="7240" y="15181"/>
                  <a:pt x="7645" y="14872"/>
                  <a:pt x="7883" y="14336"/>
                </a:cubicBezTo>
                <a:cubicBezTo>
                  <a:pt x="7442" y="14586"/>
                  <a:pt x="5990" y="15384"/>
                  <a:pt x="5692" y="14562"/>
                </a:cubicBezTo>
                <a:cubicBezTo>
                  <a:pt x="6168" y="14443"/>
                  <a:pt x="6609" y="14264"/>
                  <a:pt x="7061" y="14134"/>
                </a:cubicBezTo>
                <a:cubicBezTo>
                  <a:pt x="6918" y="14086"/>
                  <a:pt x="6704" y="14110"/>
                  <a:pt x="6549" y="14074"/>
                </a:cubicBezTo>
                <a:cubicBezTo>
                  <a:pt x="6764" y="13967"/>
                  <a:pt x="7037" y="13919"/>
                  <a:pt x="7264" y="13848"/>
                </a:cubicBezTo>
                <a:cubicBezTo>
                  <a:pt x="7157" y="13836"/>
                  <a:pt x="7097" y="13776"/>
                  <a:pt x="7002" y="13729"/>
                </a:cubicBezTo>
                <a:cubicBezTo>
                  <a:pt x="7168" y="13491"/>
                  <a:pt x="7740" y="13217"/>
                  <a:pt x="7990" y="13062"/>
                </a:cubicBezTo>
                <a:cubicBezTo>
                  <a:pt x="7716" y="13133"/>
                  <a:pt x="7335" y="13133"/>
                  <a:pt x="7061" y="13038"/>
                </a:cubicBezTo>
                <a:cubicBezTo>
                  <a:pt x="7216" y="12895"/>
                  <a:pt x="7395" y="12740"/>
                  <a:pt x="7561" y="12598"/>
                </a:cubicBezTo>
                <a:cubicBezTo>
                  <a:pt x="7145" y="12538"/>
                  <a:pt x="6692" y="12681"/>
                  <a:pt x="6275" y="12669"/>
                </a:cubicBezTo>
                <a:cubicBezTo>
                  <a:pt x="6442" y="12586"/>
                  <a:pt x="6585" y="12431"/>
                  <a:pt x="6752" y="12371"/>
                </a:cubicBezTo>
                <a:cubicBezTo>
                  <a:pt x="6168" y="12443"/>
                  <a:pt x="5775" y="12407"/>
                  <a:pt x="5240" y="12074"/>
                </a:cubicBezTo>
                <a:cubicBezTo>
                  <a:pt x="5668" y="12086"/>
                  <a:pt x="6073" y="12050"/>
                  <a:pt x="6490" y="12002"/>
                </a:cubicBezTo>
                <a:cubicBezTo>
                  <a:pt x="6395" y="11990"/>
                  <a:pt x="6287" y="11955"/>
                  <a:pt x="6192" y="11955"/>
                </a:cubicBezTo>
                <a:cubicBezTo>
                  <a:pt x="6275" y="11931"/>
                  <a:pt x="6383" y="11871"/>
                  <a:pt x="6466" y="11848"/>
                </a:cubicBezTo>
                <a:cubicBezTo>
                  <a:pt x="6264" y="11871"/>
                  <a:pt x="6085" y="11848"/>
                  <a:pt x="5894" y="11776"/>
                </a:cubicBezTo>
                <a:cubicBezTo>
                  <a:pt x="6323" y="11705"/>
                  <a:pt x="6514" y="11633"/>
                  <a:pt x="6859" y="11336"/>
                </a:cubicBezTo>
                <a:cubicBezTo>
                  <a:pt x="6668" y="11312"/>
                  <a:pt x="6490" y="11336"/>
                  <a:pt x="6287" y="11336"/>
                </a:cubicBezTo>
                <a:cubicBezTo>
                  <a:pt x="6787" y="11347"/>
                  <a:pt x="6847" y="10478"/>
                  <a:pt x="7145" y="10181"/>
                </a:cubicBezTo>
                <a:cubicBezTo>
                  <a:pt x="6692" y="10454"/>
                  <a:pt x="6383" y="10478"/>
                  <a:pt x="5894" y="10502"/>
                </a:cubicBezTo>
                <a:cubicBezTo>
                  <a:pt x="6216" y="10395"/>
                  <a:pt x="6430" y="10157"/>
                  <a:pt x="6680" y="9919"/>
                </a:cubicBezTo>
                <a:cubicBezTo>
                  <a:pt x="6573" y="9966"/>
                  <a:pt x="6454" y="10002"/>
                  <a:pt x="6347" y="10038"/>
                </a:cubicBezTo>
                <a:cubicBezTo>
                  <a:pt x="6430" y="9919"/>
                  <a:pt x="6514" y="9800"/>
                  <a:pt x="6609" y="9692"/>
                </a:cubicBezTo>
                <a:cubicBezTo>
                  <a:pt x="6371" y="9740"/>
                  <a:pt x="6097" y="9764"/>
                  <a:pt x="5871" y="9752"/>
                </a:cubicBezTo>
                <a:cubicBezTo>
                  <a:pt x="6287" y="9454"/>
                  <a:pt x="6514" y="8930"/>
                  <a:pt x="6787" y="8502"/>
                </a:cubicBezTo>
                <a:cubicBezTo>
                  <a:pt x="6347" y="8776"/>
                  <a:pt x="5978" y="9145"/>
                  <a:pt x="5454" y="8966"/>
                </a:cubicBezTo>
                <a:cubicBezTo>
                  <a:pt x="5609" y="8919"/>
                  <a:pt x="5740" y="8847"/>
                  <a:pt x="5894" y="8800"/>
                </a:cubicBezTo>
                <a:cubicBezTo>
                  <a:pt x="5847" y="8788"/>
                  <a:pt x="5775" y="8728"/>
                  <a:pt x="5680" y="8728"/>
                </a:cubicBezTo>
                <a:cubicBezTo>
                  <a:pt x="5859" y="8657"/>
                  <a:pt x="6049" y="8502"/>
                  <a:pt x="6228" y="8395"/>
                </a:cubicBezTo>
                <a:cubicBezTo>
                  <a:pt x="6037" y="8395"/>
                  <a:pt x="5847" y="8359"/>
                  <a:pt x="5656" y="8359"/>
                </a:cubicBezTo>
                <a:cubicBezTo>
                  <a:pt x="6168" y="8192"/>
                  <a:pt x="6383" y="7716"/>
                  <a:pt x="6573" y="7180"/>
                </a:cubicBezTo>
                <a:cubicBezTo>
                  <a:pt x="6371" y="7347"/>
                  <a:pt x="6156" y="7526"/>
                  <a:pt x="5906" y="7478"/>
                </a:cubicBezTo>
                <a:cubicBezTo>
                  <a:pt x="6014" y="7371"/>
                  <a:pt x="6109" y="7252"/>
                  <a:pt x="6109" y="7109"/>
                </a:cubicBezTo>
                <a:cubicBezTo>
                  <a:pt x="5954" y="7228"/>
                  <a:pt x="5740" y="7311"/>
                  <a:pt x="5561" y="7204"/>
                </a:cubicBezTo>
                <a:cubicBezTo>
                  <a:pt x="5633" y="7145"/>
                  <a:pt x="5692" y="7073"/>
                  <a:pt x="5787" y="7025"/>
                </a:cubicBezTo>
                <a:cubicBezTo>
                  <a:pt x="5513" y="7014"/>
                  <a:pt x="5299" y="7014"/>
                  <a:pt x="5025" y="6906"/>
                </a:cubicBezTo>
                <a:cubicBezTo>
                  <a:pt x="5633" y="7014"/>
                  <a:pt x="5799" y="6359"/>
                  <a:pt x="6037" y="5882"/>
                </a:cubicBezTo>
                <a:cubicBezTo>
                  <a:pt x="5787" y="5942"/>
                  <a:pt x="5513" y="5978"/>
                  <a:pt x="5263" y="5978"/>
                </a:cubicBezTo>
                <a:cubicBezTo>
                  <a:pt x="5430" y="5930"/>
                  <a:pt x="5597" y="5823"/>
                  <a:pt x="5680" y="5680"/>
                </a:cubicBezTo>
                <a:cubicBezTo>
                  <a:pt x="5454" y="5740"/>
                  <a:pt x="5192" y="5704"/>
                  <a:pt x="5013" y="5513"/>
                </a:cubicBezTo>
                <a:cubicBezTo>
                  <a:pt x="5240" y="5335"/>
                  <a:pt x="5549" y="5216"/>
                  <a:pt x="5740" y="4990"/>
                </a:cubicBezTo>
                <a:cubicBezTo>
                  <a:pt x="5549" y="5120"/>
                  <a:pt x="5299" y="4990"/>
                  <a:pt x="5085" y="4942"/>
                </a:cubicBezTo>
                <a:cubicBezTo>
                  <a:pt x="5216" y="4859"/>
                  <a:pt x="5394" y="4739"/>
                  <a:pt x="5442" y="4573"/>
                </a:cubicBezTo>
                <a:cubicBezTo>
                  <a:pt x="5311" y="4632"/>
                  <a:pt x="5156" y="4644"/>
                  <a:pt x="5025" y="4620"/>
                </a:cubicBezTo>
                <a:cubicBezTo>
                  <a:pt x="5121" y="4525"/>
                  <a:pt x="5204" y="4442"/>
                  <a:pt x="5275" y="4335"/>
                </a:cubicBezTo>
                <a:cubicBezTo>
                  <a:pt x="5132" y="4323"/>
                  <a:pt x="4942" y="4311"/>
                  <a:pt x="4823" y="4263"/>
                </a:cubicBezTo>
                <a:cubicBezTo>
                  <a:pt x="4966" y="4192"/>
                  <a:pt x="5097" y="4049"/>
                  <a:pt x="5204" y="3918"/>
                </a:cubicBezTo>
                <a:cubicBezTo>
                  <a:pt x="5061" y="3918"/>
                  <a:pt x="4894" y="3906"/>
                  <a:pt x="4763" y="3870"/>
                </a:cubicBezTo>
                <a:cubicBezTo>
                  <a:pt x="5025" y="3751"/>
                  <a:pt x="5132" y="3418"/>
                  <a:pt x="5275" y="3144"/>
                </a:cubicBezTo>
                <a:cubicBezTo>
                  <a:pt x="5085" y="3239"/>
                  <a:pt x="4882" y="3275"/>
                  <a:pt x="4704" y="3370"/>
                </a:cubicBezTo>
                <a:cubicBezTo>
                  <a:pt x="4775" y="3263"/>
                  <a:pt x="4894" y="3144"/>
                  <a:pt x="5013" y="3073"/>
                </a:cubicBezTo>
                <a:lnTo>
                  <a:pt x="4537" y="3073"/>
                </a:lnTo>
                <a:cubicBezTo>
                  <a:pt x="4656" y="2942"/>
                  <a:pt x="4740" y="2787"/>
                  <a:pt x="4847" y="2668"/>
                </a:cubicBezTo>
                <a:cubicBezTo>
                  <a:pt x="4668" y="2823"/>
                  <a:pt x="4442" y="2823"/>
                  <a:pt x="4240" y="2823"/>
                </a:cubicBezTo>
                <a:cubicBezTo>
                  <a:pt x="4406" y="2787"/>
                  <a:pt x="4549" y="2644"/>
                  <a:pt x="4680" y="2525"/>
                </a:cubicBezTo>
                <a:cubicBezTo>
                  <a:pt x="4597" y="2549"/>
                  <a:pt x="4501" y="2537"/>
                  <a:pt x="4406" y="2549"/>
                </a:cubicBezTo>
                <a:lnTo>
                  <a:pt x="4656" y="2299"/>
                </a:lnTo>
                <a:cubicBezTo>
                  <a:pt x="4561" y="2323"/>
                  <a:pt x="4466" y="2263"/>
                  <a:pt x="4370" y="2287"/>
                </a:cubicBezTo>
                <a:cubicBezTo>
                  <a:pt x="4347" y="2108"/>
                  <a:pt x="4359" y="1930"/>
                  <a:pt x="4466" y="1811"/>
                </a:cubicBezTo>
                <a:cubicBezTo>
                  <a:pt x="4311" y="1703"/>
                  <a:pt x="4370" y="1477"/>
                  <a:pt x="4323" y="1299"/>
                </a:cubicBezTo>
                <a:cubicBezTo>
                  <a:pt x="4347" y="1287"/>
                  <a:pt x="4347" y="1275"/>
                  <a:pt x="4359" y="1251"/>
                </a:cubicBezTo>
                <a:cubicBezTo>
                  <a:pt x="4359" y="834"/>
                  <a:pt x="4299" y="418"/>
                  <a:pt x="4299" y="1"/>
                </a:cubicBezTo>
                <a:cubicBezTo>
                  <a:pt x="4299" y="453"/>
                  <a:pt x="4228" y="1584"/>
                  <a:pt x="3870" y="1537"/>
                </a:cubicBezTo>
                <a:cubicBezTo>
                  <a:pt x="3894" y="1751"/>
                  <a:pt x="4001" y="1942"/>
                  <a:pt x="4061" y="2132"/>
                </a:cubicBezTo>
                <a:cubicBezTo>
                  <a:pt x="3930" y="2108"/>
                  <a:pt x="3787" y="2049"/>
                  <a:pt x="3656" y="2013"/>
                </a:cubicBezTo>
                <a:cubicBezTo>
                  <a:pt x="3728" y="2227"/>
                  <a:pt x="3930" y="2323"/>
                  <a:pt x="3894" y="2596"/>
                </a:cubicBezTo>
                <a:cubicBezTo>
                  <a:pt x="3835" y="2549"/>
                  <a:pt x="3704" y="2537"/>
                  <a:pt x="3668" y="2501"/>
                </a:cubicBezTo>
                <a:cubicBezTo>
                  <a:pt x="3751" y="2704"/>
                  <a:pt x="3847" y="2882"/>
                  <a:pt x="3954" y="3061"/>
                </a:cubicBezTo>
                <a:cubicBezTo>
                  <a:pt x="3716" y="3073"/>
                  <a:pt x="3406" y="2977"/>
                  <a:pt x="3239" y="2787"/>
                </a:cubicBezTo>
                <a:cubicBezTo>
                  <a:pt x="3347" y="3132"/>
                  <a:pt x="3656" y="3323"/>
                  <a:pt x="3763" y="3620"/>
                </a:cubicBezTo>
                <a:cubicBezTo>
                  <a:pt x="3573" y="3608"/>
                  <a:pt x="3394" y="3537"/>
                  <a:pt x="3192" y="3501"/>
                </a:cubicBezTo>
                <a:cubicBezTo>
                  <a:pt x="3335" y="3727"/>
                  <a:pt x="3525" y="3930"/>
                  <a:pt x="3644" y="4168"/>
                </a:cubicBezTo>
                <a:cubicBezTo>
                  <a:pt x="3430" y="4168"/>
                  <a:pt x="3216" y="4037"/>
                  <a:pt x="3013" y="4097"/>
                </a:cubicBezTo>
                <a:cubicBezTo>
                  <a:pt x="3192" y="4323"/>
                  <a:pt x="3585" y="4489"/>
                  <a:pt x="3644" y="4799"/>
                </a:cubicBezTo>
                <a:cubicBezTo>
                  <a:pt x="3454" y="4799"/>
                  <a:pt x="3251" y="4728"/>
                  <a:pt x="3061" y="4632"/>
                </a:cubicBezTo>
                <a:cubicBezTo>
                  <a:pt x="3287" y="5025"/>
                  <a:pt x="3513" y="5263"/>
                  <a:pt x="3835" y="5513"/>
                </a:cubicBezTo>
                <a:cubicBezTo>
                  <a:pt x="3585" y="5525"/>
                  <a:pt x="3394" y="5656"/>
                  <a:pt x="3120" y="5597"/>
                </a:cubicBezTo>
                <a:cubicBezTo>
                  <a:pt x="2835" y="5537"/>
                  <a:pt x="2561" y="5335"/>
                  <a:pt x="2287" y="5216"/>
                </a:cubicBezTo>
                <a:cubicBezTo>
                  <a:pt x="2454" y="5716"/>
                  <a:pt x="3108" y="5811"/>
                  <a:pt x="3275" y="6311"/>
                </a:cubicBezTo>
                <a:cubicBezTo>
                  <a:pt x="3180" y="6287"/>
                  <a:pt x="3061" y="6311"/>
                  <a:pt x="2954" y="6275"/>
                </a:cubicBezTo>
                <a:cubicBezTo>
                  <a:pt x="2942" y="6311"/>
                  <a:pt x="2942" y="6359"/>
                  <a:pt x="2930" y="6406"/>
                </a:cubicBezTo>
                <a:cubicBezTo>
                  <a:pt x="2739" y="6430"/>
                  <a:pt x="2561" y="6347"/>
                  <a:pt x="2382" y="6252"/>
                </a:cubicBezTo>
                <a:cubicBezTo>
                  <a:pt x="2513" y="6478"/>
                  <a:pt x="2692" y="6656"/>
                  <a:pt x="2811" y="6871"/>
                </a:cubicBezTo>
                <a:cubicBezTo>
                  <a:pt x="2585" y="6847"/>
                  <a:pt x="2346" y="6811"/>
                  <a:pt x="2168" y="6633"/>
                </a:cubicBezTo>
                <a:cubicBezTo>
                  <a:pt x="2263" y="7121"/>
                  <a:pt x="2513" y="7347"/>
                  <a:pt x="2799" y="7657"/>
                </a:cubicBezTo>
                <a:cubicBezTo>
                  <a:pt x="2406" y="7776"/>
                  <a:pt x="2049" y="7478"/>
                  <a:pt x="1680" y="7478"/>
                </a:cubicBezTo>
                <a:cubicBezTo>
                  <a:pt x="1870" y="7823"/>
                  <a:pt x="2156" y="8121"/>
                  <a:pt x="2442" y="8359"/>
                </a:cubicBezTo>
                <a:cubicBezTo>
                  <a:pt x="2287" y="8359"/>
                  <a:pt x="2156" y="8359"/>
                  <a:pt x="2001" y="8371"/>
                </a:cubicBezTo>
                <a:cubicBezTo>
                  <a:pt x="2156" y="8716"/>
                  <a:pt x="2537" y="8895"/>
                  <a:pt x="2811" y="9085"/>
                </a:cubicBezTo>
                <a:cubicBezTo>
                  <a:pt x="2537" y="9109"/>
                  <a:pt x="2227" y="9288"/>
                  <a:pt x="1977" y="9228"/>
                </a:cubicBezTo>
                <a:cubicBezTo>
                  <a:pt x="2168" y="9407"/>
                  <a:pt x="2358" y="9609"/>
                  <a:pt x="2596" y="9728"/>
                </a:cubicBezTo>
                <a:cubicBezTo>
                  <a:pt x="2108" y="9871"/>
                  <a:pt x="1787" y="9669"/>
                  <a:pt x="1346" y="9407"/>
                </a:cubicBezTo>
                <a:cubicBezTo>
                  <a:pt x="1644" y="9883"/>
                  <a:pt x="1858" y="10324"/>
                  <a:pt x="2346" y="10633"/>
                </a:cubicBezTo>
                <a:cubicBezTo>
                  <a:pt x="2204" y="10812"/>
                  <a:pt x="1882" y="10800"/>
                  <a:pt x="1668" y="10776"/>
                </a:cubicBezTo>
                <a:cubicBezTo>
                  <a:pt x="1763" y="10871"/>
                  <a:pt x="1763" y="10955"/>
                  <a:pt x="1823" y="11050"/>
                </a:cubicBezTo>
                <a:lnTo>
                  <a:pt x="1453" y="11050"/>
                </a:lnTo>
                <a:cubicBezTo>
                  <a:pt x="1561" y="11228"/>
                  <a:pt x="1739" y="11336"/>
                  <a:pt x="1930" y="11407"/>
                </a:cubicBezTo>
                <a:cubicBezTo>
                  <a:pt x="1453" y="11669"/>
                  <a:pt x="775" y="11419"/>
                  <a:pt x="453" y="10955"/>
                </a:cubicBezTo>
                <a:cubicBezTo>
                  <a:pt x="680" y="11609"/>
                  <a:pt x="1370" y="11669"/>
                  <a:pt x="1620" y="12240"/>
                </a:cubicBezTo>
                <a:cubicBezTo>
                  <a:pt x="1549" y="12252"/>
                  <a:pt x="1465" y="12324"/>
                  <a:pt x="1370" y="12324"/>
                </a:cubicBezTo>
                <a:cubicBezTo>
                  <a:pt x="1501" y="12502"/>
                  <a:pt x="1692" y="12621"/>
                  <a:pt x="1870" y="12729"/>
                </a:cubicBezTo>
                <a:cubicBezTo>
                  <a:pt x="1561" y="12764"/>
                  <a:pt x="1168" y="12705"/>
                  <a:pt x="918" y="12467"/>
                </a:cubicBezTo>
                <a:cubicBezTo>
                  <a:pt x="1072" y="12776"/>
                  <a:pt x="1918" y="13252"/>
                  <a:pt x="1823" y="13562"/>
                </a:cubicBezTo>
                <a:cubicBezTo>
                  <a:pt x="1668" y="13562"/>
                  <a:pt x="1501" y="13550"/>
                  <a:pt x="1346" y="13574"/>
                </a:cubicBezTo>
                <a:cubicBezTo>
                  <a:pt x="1453" y="13848"/>
                  <a:pt x="1739" y="14038"/>
                  <a:pt x="1989" y="14074"/>
                </a:cubicBezTo>
                <a:cubicBezTo>
                  <a:pt x="1513" y="14324"/>
                  <a:pt x="572" y="14336"/>
                  <a:pt x="120" y="13991"/>
                </a:cubicBezTo>
                <a:cubicBezTo>
                  <a:pt x="251" y="14157"/>
                  <a:pt x="263" y="14431"/>
                  <a:pt x="382" y="14610"/>
                </a:cubicBezTo>
                <a:cubicBezTo>
                  <a:pt x="608" y="14967"/>
                  <a:pt x="858" y="14979"/>
                  <a:pt x="1203" y="15122"/>
                </a:cubicBezTo>
                <a:cubicBezTo>
                  <a:pt x="1108" y="15110"/>
                  <a:pt x="1013" y="15146"/>
                  <a:pt x="918" y="15146"/>
                </a:cubicBezTo>
                <a:cubicBezTo>
                  <a:pt x="1156" y="15443"/>
                  <a:pt x="1382" y="15717"/>
                  <a:pt x="1739" y="15824"/>
                </a:cubicBezTo>
                <a:cubicBezTo>
                  <a:pt x="1442" y="15717"/>
                  <a:pt x="1096" y="15765"/>
                  <a:pt x="846" y="15527"/>
                </a:cubicBezTo>
                <a:cubicBezTo>
                  <a:pt x="953" y="15753"/>
                  <a:pt x="1084" y="15979"/>
                  <a:pt x="1275" y="16134"/>
                </a:cubicBezTo>
                <a:cubicBezTo>
                  <a:pt x="1442" y="16289"/>
                  <a:pt x="1692" y="16289"/>
                  <a:pt x="1787" y="16515"/>
                </a:cubicBezTo>
                <a:cubicBezTo>
                  <a:pt x="1465" y="16467"/>
                  <a:pt x="1072" y="16360"/>
                  <a:pt x="751" y="16479"/>
                </a:cubicBezTo>
                <a:cubicBezTo>
                  <a:pt x="1192" y="16491"/>
                  <a:pt x="1739" y="16765"/>
                  <a:pt x="1989" y="17170"/>
                </a:cubicBezTo>
                <a:cubicBezTo>
                  <a:pt x="1525" y="17181"/>
                  <a:pt x="1096" y="17289"/>
                  <a:pt x="632" y="17253"/>
                </a:cubicBezTo>
                <a:cubicBezTo>
                  <a:pt x="787" y="17527"/>
                  <a:pt x="1453" y="17670"/>
                  <a:pt x="1692" y="17920"/>
                </a:cubicBezTo>
                <a:cubicBezTo>
                  <a:pt x="1346" y="17836"/>
                  <a:pt x="953" y="17860"/>
                  <a:pt x="608" y="17884"/>
                </a:cubicBezTo>
                <a:cubicBezTo>
                  <a:pt x="715" y="18015"/>
                  <a:pt x="846" y="18146"/>
                  <a:pt x="977" y="18265"/>
                </a:cubicBezTo>
                <a:cubicBezTo>
                  <a:pt x="751" y="18182"/>
                  <a:pt x="263" y="18098"/>
                  <a:pt x="1" y="17908"/>
                </a:cubicBezTo>
                <a:cubicBezTo>
                  <a:pt x="60" y="17920"/>
                  <a:pt x="132" y="18110"/>
                  <a:pt x="310" y="1825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3" name="Google Shape;313;p46"/>
          <p:cNvSpPr/>
          <p:nvPr/>
        </p:nvSpPr>
        <p:spPr>
          <a:xfrm>
            <a:off x="8184500" y="2594400"/>
            <a:ext cx="868813" cy="2662638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4" name="Google Shape;314;p46"/>
          <p:cNvSpPr/>
          <p:nvPr/>
        </p:nvSpPr>
        <p:spPr>
          <a:xfrm>
            <a:off x="-1242625" y="411100"/>
            <a:ext cx="2900351" cy="517655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5" name="Google Shape;315;p46"/>
          <p:cNvSpPr/>
          <p:nvPr/>
        </p:nvSpPr>
        <p:spPr>
          <a:xfrm flipH="1">
            <a:off x="7744925" y="712925"/>
            <a:ext cx="2379039" cy="456236"/>
          </a:xfrm>
          <a:custGeom>
            <a:avLst/>
            <a:gdLst/>
            <a:ahLst/>
            <a:cxnLst/>
            <a:rect l="l" t="t" r="r" b="b"/>
            <a:pathLst>
              <a:path w="75292" h="14439" extrusionOk="0">
                <a:moveTo>
                  <a:pt x="75291" y="14438"/>
                </a:moveTo>
                <a:cubicBezTo>
                  <a:pt x="74106" y="13770"/>
                  <a:pt x="72859" y="13192"/>
                  <a:pt x="71583" y="12949"/>
                </a:cubicBezTo>
                <a:cubicBezTo>
                  <a:pt x="69455" y="12584"/>
                  <a:pt x="67175" y="13131"/>
                  <a:pt x="67175" y="13131"/>
                </a:cubicBezTo>
                <a:cubicBezTo>
                  <a:pt x="65656" y="11763"/>
                  <a:pt x="60184" y="10548"/>
                  <a:pt x="56567" y="13162"/>
                </a:cubicBezTo>
                <a:cubicBezTo>
                  <a:pt x="55564" y="10426"/>
                  <a:pt x="51704" y="9362"/>
                  <a:pt x="49455" y="11125"/>
                </a:cubicBezTo>
                <a:cubicBezTo>
                  <a:pt x="50245" y="7295"/>
                  <a:pt x="47297" y="3131"/>
                  <a:pt x="43467" y="2584"/>
                </a:cubicBezTo>
                <a:cubicBezTo>
                  <a:pt x="39607" y="2067"/>
                  <a:pt x="35655" y="5289"/>
                  <a:pt x="35412" y="9149"/>
                </a:cubicBezTo>
                <a:cubicBezTo>
                  <a:pt x="35564" y="6839"/>
                  <a:pt x="32585" y="4985"/>
                  <a:pt x="30609" y="6171"/>
                </a:cubicBezTo>
                <a:cubicBezTo>
                  <a:pt x="30275" y="2766"/>
                  <a:pt x="26932" y="0"/>
                  <a:pt x="23588" y="274"/>
                </a:cubicBezTo>
                <a:cubicBezTo>
                  <a:pt x="20214" y="547"/>
                  <a:pt x="17387" y="3800"/>
                  <a:pt x="17570" y="7234"/>
                </a:cubicBezTo>
                <a:cubicBezTo>
                  <a:pt x="16475" y="5259"/>
                  <a:pt x="13740" y="4347"/>
                  <a:pt x="11703" y="5320"/>
                </a:cubicBezTo>
                <a:cubicBezTo>
                  <a:pt x="11460" y="5441"/>
                  <a:pt x="11278" y="5563"/>
                  <a:pt x="11095" y="5684"/>
                </a:cubicBezTo>
                <a:cubicBezTo>
                  <a:pt x="10639" y="6019"/>
                  <a:pt x="10214" y="6444"/>
                  <a:pt x="9910" y="6900"/>
                </a:cubicBezTo>
                <a:cubicBezTo>
                  <a:pt x="7326" y="6140"/>
                  <a:pt x="3041" y="6779"/>
                  <a:pt x="1855" y="10426"/>
                </a:cubicBezTo>
                <a:cubicBezTo>
                  <a:pt x="1612" y="11156"/>
                  <a:pt x="1551" y="11855"/>
                  <a:pt x="1582" y="12523"/>
                </a:cubicBezTo>
                <a:lnTo>
                  <a:pt x="1703" y="13314"/>
                </a:lnTo>
                <a:cubicBezTo>
                  <a:pt x="1004" y="13314"/>
                  <a:pt x="366" y="13709"/>
                  <a:pt x="62" y="14347"/>
                </a:cubicBezTo>
                <a:cubicBezTo>
                  <a:pt x="31" y="14377"/>
                  <a:pt x="31" y="14408"/>
                  <a:pt x="1" y="1443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/>
          <p:nvPr/>
        </p:nvSpPr>
        <p:spPr>
          <a:xfrm>
            <a:off x="5516873" y="500599"/>
            <a:ext cx="2721515" cy="485696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5" name="Google Shape;335;p48"/>
          <p:cNvSpPr/>
          <p:nvPr/>
        </p:nvSpPr>
        <p:spPr>
          <a:xfrm flipH="1">
            <a:off x="5406063" y="1217950"/>
            <a:ext cx="3813987" cy="4001906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6" name="Google Shape;336;p48"/>
          <p:cNvSpPr/>
          <p:nvPr/>
        </p:nvSpPr>
        <p:spPr>
          <a:xfrm flipH="1">
            <a:off x="2064985" y="3145600"/>
            <a:ext cx="7338579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8" name="Google Shape;338;p48"/>
          <p:cNvSpPr txBox="1"/>
          <p:nvPr>
            <p:ph type="subTitle" idx="1"/>
          </p:nvPr>
        </p:nvSpPr>
        <p:spPr>
          <a:xfrm>
            <a:off x="713225" y="260495"/>
            <a:ext cx="4275900" cy="48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 sz="2400">
                <a:latin typeface="Calibri" panose="020F0502020204030204" charset="0"/>
                <a:cs typeface="Calibri" panose="020F0502020204030204" charset="0"/>
              </a:rPr>
              <a:t>Цель </a:t>
            </a: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проекта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39" name="Google Shape;339;p48"/>
          <p:cNvSpPr txBox="1"/>
          <p:nvPr>
            <p:ph type="subTitle" idx="2"/>
          </p:nvPr>
        </p:nvSpPr>
        <p:spPr>
          <a:xfrm>
            <a:off x="713105" y="605155"/>
            <a:ext cx="5985510" cy="8108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Создание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статического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веб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-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сайта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для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альпинистов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,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обеспечивающего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удобный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доступ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к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информации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о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горных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вершинах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,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подбору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снаряжения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учёту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личных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восхождений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.</a:t>
            </a:r>
            <a:endParaRPr lang="en-US" altLang="ru-RU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40" name="Google Shape;340;p48"/>
          <p:cNvSpPr txBox="1"/>
          <p:nvPr>
            <p:ph type="subTitle" idx="3"/>
          </p:nvPr>
        </p:nvSpPr>
        <p:spPr>
          <a:xfrm>
            <a:off x="713225" y="1415835"/>
            <a:ext cx="4275900" cy="48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 sz="2400">
                <a:latin typeface="Calibri" panose="020F0502020204030204" charset="0"/>
                <a:cs typeface="Calibri" panose="020F0502020204030204" charset="0"/>
              </a:rPr>
              <a:t>Задачи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42" name="Google Shape;342;p48"/>
          <p:cNvSpPr/>
          <p:nvPr/>
        </p:nvSpPr>
        <p:spPr>
          <a:xfrm>
            <a:off x="-705403" y="4007775"/>
            <a:ext cx="10192527" cy="1452950"/>
          </a:xfrm>
          <a:custGeom>
            <a:avLst/>
            <a:gdLst/>
            <a:ahLst/>
            <a:cxnLst/>
            <a:rect l="l" t="t" r="r" b="b"/>
            <a:pathLst>
              <a:path w="190035" h="58118" extrusionOk="0">
                <a:moveTo>
                  <a:pt x="190034" y="32859"/>
                </a:moveTo>
                <a:cubicBezTo>
                  <a:pt x="190034" y="32859"/>
                  <a:pt x="185171" y="29819"/>
                  <a:pt x="184715" y="28208"/>
                </a:cubicBezTo>
                <a:cubicBezTo>
                  <a:pt x="184259" y="26627"/>
                  <a:pt x="185019" y="25108"/>
                  <a:pt x="184715" y="23345"/>
                </a:cubicBezTo>
                <a:cubicBezTo>
                  <a:pt x="184411" y="21612"/>
                  <a:pt x="184563" y="19363"/>
                  <a:pt x="184563" y="19363"/>
                </a:cubicBezTo>
                <a:lnTo>
                  <a:pt x="183560" y="14408"/>
                </a:lnTo>
                <a:cubicBezTo>
                  <a:pt x="183560" y="14408"/>
                  <a:pt x="183499" y="16141"/>
                  <a:pt x="182739" y="18147"/>
                </a:cubicBezTo>
                <a:cubicBezTo>
                  <a:pt x="181980" y="20153"/>
                  <a:pt x="181128" y="22402"/>
                  <a:pt x="181524" y="23649"/>
                </a:cubicBezTo>
                <a:cubicBezTo>
                  <a:pt x="181888" y="24895"/>
                  <a:pt x="181037" y="26688"/>
                  <a:pt x="181037" y="26688"/>
                </a:cubicBezTo>
                <a:cubicBezTo>
                  <a:pt x="181037" y="26688"/>
                  <a:pt x="181432" y="30488"/>
                  <a:pt x="180581" y="29728"/>
                </a:cubicBezTo>
                <a:cubicBezTo>
                  <a:pt x="179761" y="28968"/>
                  <a:pt x="179153" y="26992"/>
                  <a:pt x="179153" y="26992"/>
                </a:cubicBezTo>
                <a:cubicBezTo>
                  <a:pt x="179153" y="26992"/>
                  <a:pt x="179821" y="29971"/>
                  <a:pt x="178575" y="29272"/>
                </a:cubicBezTo>
                <a:cubicBezTo>
                  <a:pt x="177329" y="28603"/>
                  <a:pt x="176691" y="26627"/>
                  <a:pt x="176691" y="26627"/>
                </a:cubicBezTo>
                <a:cubicBezTo>
                  <a:pt x="176691" y="26627"/>
                  <a:pt x="175627" y="28512"/>
                  <a:pt x="175171" y="28147"/>
                </a:cubicBezTo>
                <a:cubicBezTo>
                  <a:pt x="174715" y="27752"/>
                  <a:pt x="172891" y="28147"/>
                  <a:pt x="172314" y="26931"/>
                </a:cubicBezTo>
                <a:cubicBezTo>
                  <a:pt x="171736" y="25716"/>
                  <a:pt x="170794" y="22281"/>
                  <a:pt x="169639" y="21308"/>
                </a:cubicBezTo>
                <a:cubicBezTo>
                  <a:pt x="168514" y="20305"/>
                  <a:pt x="168119" y="17874"/>
                  <a:pt x="167450" y="17874"/>
                </a:cubicBezTo>
                <a:cubicBezTo>
                  <a:pt x="166782" y="17874"/>
                  <a:pt x="166599" y="22068"/>
                  <a:pt x="166113" y="22889"/>
                </a:cubicBezTo>
                <a:cubicBezTo>
                  <a:pt x="165627" y="23740"/>
                  <a:pt x="164988" y="25868"/>
                  <a:pt x="164988" y="25868"/>
                </a:cubicBezTo>
                <a:cubicBezTo>
                  <a:pt x="164988" y="25868"/>
                  <a:pt x="164228" y="23284"/>
                  <a:pt x="163772" y="21855"/>
                </a:cubicBezTo>
                <a:cubicBezTo>
                  <a:pt x="163317" y="20457"/>
                  <a:pt x="163013" y="19880"/>
                  <a:pt x="162617" y="18147"/>
                </a:cubicBezTo>
                <a:cubicBezTo>
                  <a:pt x="162253" y="16384"/>
                  <a:pt x="161554" y="15685"/>
                  <a:pt x="161554" y="15685"/>
                </a:cubicBezTo>
                <a:cubicBezTo>
                  <a:pt x="161554" y="15685"/>
                  <a:pt x="161006" y="17205"/>
                  <a:pt x="160885" y="18329"/>
                </a:cubicBezTo>
                <a:cubicBezTo>
                  <a:pt x="160763" y="19484"/>
                  <a:pt x="160885" y="22706"/>
                  <a:pt x="160885" y="22706"/>
                </a:cubicBezTo>
                <a:lnTo>
                  <a:pt x="160855" y="24804"/>
                </a:lnTo>
                <a:cubicBezTo>
                  <a:pt x="160855" y="24804"/>
                  <a:pt x="157845" y="22524"/>
                  <a:pt x="157754" y="20032"/>
                </a:cubicBezTo>
                <a:cubicBezTo>
                  <a:pt x="157693" y="17570"/>
                  <a:pt x="156630" y="17205"/>
                  <a:pt x="156630" y="17205"/>
                </a:cubicBezTo>
                <a:cubicBezTo>
                  <a:pt x="156630" y="17205"/>
                  <a:pt x="155566" y="15685"/>
                  <a:pt x="155019" y="14986"/>
                </a:cubicBezTo>
                <a:cubicBezTo>
                  <a:pt x="154502" y="14317"/>
                  <a:pt x="154715" y="8846"/>
                  <a:pt x="154198" y="8086"/>
                </a:cubicBezTo>
                <a:cubicBezTo>
                  <a:pt x="153651" y="7326"/>
                  <a:pt x="152860" y="3709"/>
                  <a:pt x="152860" y="3709"/>
                </a:cubicBezTo>
                <a:cubicBezTo>
                  <a:pt x="152860" y="3709"/>
                  <a:pt x="152101" y="7691"/>
                  <a:pt x="151918" y="9971"/>
                </a:cubicBezTo>
                <a:cubicBezTo>
                  <a:pt x="151705" y="12250"/>
                  <a:pt x="151158" y="15290"/>
                  <a:pt x="151158" y="15290"/>
                </a:cubicBezTo>
                <a:lnTo>
                  <a:pt x="149699" y="20153"/>
                </a:lnTo>
                <a:lnTo>
                  <a:pt x="148179" y="21764"/>
                </a:lnTo>
                <a:cubicBezTo>
                  <a:pt x="148179" y="21764"/>
                  <a:pt x="148119" y="20548"/>
                  <a:pt x="147359" y="17114"/>
                </a:cubicBezTo>
                <a:cubicBezTo>
                  <a:pt x="146599" y="13709"/>
                  <a:pt x="146265" y="12645"/>
                  <a:pt x="146265" y="12342"/>
                </a:cubicBezTo>
                <a:cubicBezTo>
                  <a:pt x="146265" y="12038"/>
                  <a:pt x="145413" y="4743"/>
                  <a:pt x="144745" y="3679"/>
                </a:cubicBezTo>
                <a:cubicBezTo>
                  <a:pt x="144745" y="3679"/>
                  <a:pt x="144441" y="4044"/>
                  <a:pt x="143985" y="5259"/>
                </a:cubicBezTo>
                <a:cubicBezTo>
                  <a:pt x="143499" y="6475"/>
                  <a:pt x="142739" y="8238"/>
                  <a:pt x="142739" y="8694"/>
                </a:cubicBezTo>
                <a:cubicBezTo>
                  <a:pt x="142739" y="9120"/>
                  <a:pt x="142283" y="12554"/>
                  <a:pt x="142283" y="12554"/>
                </a:cubicBezTo>
                <a:lnTo>
                  <a:pt x="141523" y="15594"/>
                </a:lnTo>
                <a:cubicBezTo>
                  <a:pt x="141523" y="15594"/>
                  <a:pt x="140398" y="13892"/>
                  <a:pt x="140216" y="12554"/>
                </a:cubicBezTo>
                <a:cubicBezTo>
                  <a:pt x="140003" y="11217"/>
                  <a:pt x="139365" y="8755"/>
                  <a:pt x="139243" y="8451"/>
                </a:cubicBezTo>
                <a:cubicBezTo>
                  <a:pt x="139152" y="8147"/>
                  <a:pt x="138483" y="1"/>
                  <a:pt x="138483" y="1"/>
                </a:cubicBezTo>
                <a:cubicBezTo>
                  <a:pt x="138483" y="1"/>
                  <a:pt x="136508" y="3375"/>
                  <a:pt x="135900" y="7174"/>
                </a:cubicBezTo>
                <a:cubicBezTo>
                  <a:pt x="135322" y="10974"/>
                  <a:pt x="135140" y="9515"/>
                  <a:pt x="134866" y="12402"/>
                </a:cubicBezTo>
                <a:cubicBezTo>
                  <a:pt x="134562" y="15290"/>
                  <a:pt x="134380" y="19332"/>
                  <a:pt x="134380" y="19332"/>
                </a:cubicBezTo>
                <a:cubicBezTo>
                  <a:pt x="134380" y="19332"/>
                  <a:pt x="132860" y="15320"/>
                  <a:pt x="132586" y="14834"/>
                </a:cubicBezTo>
                <a:cubicBezTo>
                  <a:pt x="132283" y="14348"/>
                  <a:pt x="132586" y="9819"/>
                  <a:pt x="132586" y="9819"/>
                </a:cubicBezTo>
                <a:cubicBezTo>
                  <a:pt x="132586" y="9819"/>
                  <a:pt x="132860" y="3557"/>
                  <a:pt x="132465" y="2676"/>
                </a:cubicBezTo>
                <a:cubicBezTo>
                  <a:pt x="132009" y="1855"/>
                  <a:pt x="131614" y="4195"/>
                  <a:pt x="131614" y="4195"/>
                </a:cubicBezTo>
                <a:cubicBezTo>
                  <a:pt x="131614" y="4195"/>
                  <a:pt x="131310" y="8177"/>
                  <a:pt x="129912" y="9971"/>
                </a:cubicBezTo>
                <a:cubicBezTo>
                  <a:pt x="128513" y="11764"/>
                  <a:pt x="128787" y="15351"/>
                  <a:pt x="128787" y="15351"/>
                </a:cubicBezTo>
                <a:lnTo>
                  <a:pt x="127723" y="19363"/>
                </a:lnTo>
                <a:lnTo>
                  <a:pt x="127723" y="21825"/>
                </a:lnTo>
                <a:cubicBezTo>
                  <a:pt x="127723" y="21825"/>
                  <a:pt x="127146" y="17630"/>
                  <a:pt x="126386" y="15928"/>
                </a:cubicBezTo>
                <a:cubicBezTo>
                  <a:pt x="125626" y="14226"/>
                  <a:pt x="125626" y="9940"/>
                  <a:pt x="125626" y="9940"/>
                </a:cubicBezTo>
                <a:cubicBezTo>
                  <a:pt x="125626" y="9940"/>
                  <a:pt x="124775" y="10883"/>
                  <a:pt x="124562" y="12585"/>
                </a:cubicBezTo>
                <a:cubicBezTo>
                  <a:pt x="124319" y="14287"/>
                  <a:pt x="124562" y="17144"/>
                  <a:pt x="124562" y="17144"/>
                </a:cubicBezTo>
                <a:cubicBezTo>
                  <a:pt x="124562" y="17144"/>
                  <a:pt x="123042" y="19363"/>
                  <a:pt x="123042" y="20123"/>
                </a:cubicBezTo>
                <a:cubicBezTo>
                  <a:pt x="123042" y="20123"/>
                  <a:pt x="122738" y="16688"/>
                  <a:pt x="122282" y="16354"/>
                </a:cubicBezTo>
                <a:cubicBezTo>
                  <a:pt x="121826" y="16019"/>
                  <a:pt x="121887" y="17722"/>
                  <a:pt x="121431" y="17722"/>
                </a:cubicBezTo>
                <a:cubicBezTo>
                  <a:pt x="120975" y="17722"/>
                  <a:pt x="119152" y="12220"/>
                  <a:pt x="119152" y="12220"/>
                </a:cubicBezTo>
                <a:lnTo>
                  <a:pt x="118696" y="10305"/>
                </a:lnTo>
                <a:cubicBezTo>
                  <a:pt x="118696" y="10305"/>
                  <a:pt x="118908" y="10518"/>
                  <a:pt x="118696" y="13041"/>
                </a:cubicBezTo>
                <a:cubicBezTo>
                  <a:pt x="118513" y="15594"/>
                  <a:pt x="118696" y="17904"/>
                  <a:pt x="118696" y="17904"/>
                </a:cubicBezTo>
                <a:lnTo>
                  <a:pt x="117176" y="16840"/>
                </a:lnTo>
                <a:cubicBezTo>
                  <a:pt x="117176" y="16840"/>
                  <a:pt x="116872" y="12737"/>
                  <a:pt x="116416" y="12493"/>
                </a:cubicBezTo>
                <a:cubicBezTo>
                  <a:pt x="115960" y="12220"/>
                  <a:pt x="115960" y="15077"/>
                  <a:pt x="115747" y="15533"/>
                </a:cubicBezTo>
                <a:cubicBezTo>
                  <a:pt x="115504" y="15959"/>
                  <a:pt x="114410" y="16354"/>
                  <a:pt x="114288" y="19515"/>
                </a:cubicBezTo>
                <a:cubicBezTo>
                  <a:pt x="114197" y="22676"/>
                  <a:pt x="113620" y="24074"/>
                  <a:pt x="113620" y="24074"/>
                </a:cubicBezTo>
                <a:cubicBezTo>
                  <a:pt x="113620" y="24074"/>
                  <a:pt x="111917" y="22554"/>
                  <a:pt x="111644" y="25016"/>
                </a:cubicBezTo>
                <a:cubicBezTo>
                  <a:pt x="111370" y="27479"/>
                  <a:pt x="108969" y="26354"/>
                  <a:pt x="108969" y="26354"/>
                </a:cubicBezTo>
                <a:cubicBezTo>
                  <a:pt x="108969" y="26354"/>
                  <a:pt x="107905" y="28694"/>
                  <a:pt x="107084" y="27782"/>
                </a:cubicBezTo>
                <a:cubicBezTo>
                  <a:pt x="106233" y="26871"/>
                  <a:pt x="104227" y="30001"/>
                  <a:pt x="103589" y="28846"/>
                </a:cubicBezTo>
                <a:cubicBezTo>
                  <a:pt x="102951" y="27722"/>
                  <a:pt x="103771" y="26779"/>
                  <a:pt x="103589" y="25260"/>
                </a:cubicBezTo>
                <a:cubicBezTo>
                  <a:pt x="103407" y="23740"/>
                  <a:pt x="103011" y="22889"/>
                  <a:pt x="102829" y="21825"/>
                </a:cubicBezTo>
                <a:cubicBezTo>
                  <a:pt x="102647" y="20761"/>
                  <a:pt x="102829" y="17083"/>
                  <a:pt x="102829" y="17083"/>
                </a:cubicBezTo>
                <a:cubicBezTo>
                  <a:pt x="102829" y="17083"/>
                  <a:pt x="101492" y="16384"/>
                  <a:pt x="101492" y="18603"/>
                </a:cubicBezTo>
                <a:cubicBezTo>
                  <a:pt x="101492" y="20791"/>
                  <a:pt x="101583" y="22311"/>
                  <a:pt x="100732" y="23983"/>
                </a:cubicBezTo>
                <a:cubicBezTo>
                  <a:pt x="99911" y="25655"/>
                  <a:pt x="99303" y="26840"/>
                  <a:pt x="99303" y="26840"/>
                </a:cubicBezTo>
                <a:cubicBezTo>
                  <a:pt x="99303" y="26840"/>
                  <a:pt x="99212" y="25260"/>
                  <a:pt x="99303" y="23436"/>
                </a:cubicBezTo>
                <a:cubicBezTo>
                  <a:pt x="99364" y="21612"/>
                  <a:pt x="99790" y="19545"/>
                  <a:pt x="99242" y="19545"/>
                </a:cubicBezTo>
                <a:cubicBezTo>
                  <a:pt x="98726" y="19545"/>
                  <a:pt x="98726" y="19940"/>
                  <a:pt x="98452" y="21764"/>
                </a:cubicBezTo>
                <a:cubicBezTo>
                  <a:pt x="98179" y="23588"/>
                  <a:pt x="97024" y="27144"/>
                  <a:pt x="97024" y="27144"/>
                </a:cubicBezTo>
                <a:cubicBezTo>
                  <a:pt x="97024" y="27144"/>
                  <a:pt x="96628" y="25320"/>
                  <a:pt x="96446" y="23740"/>
                </a:cubicBezTo>
                <a:cubicBezTo>
                  <a:pt x="96264" y="22129"/>
                  <a:pt x="96446" y="21156"/>
                  <a:pt x="96446" y="21156"/>
                </a:cubicBezTo>
                <a:cubicBezTo>
                  <a:pt x="96446" y="21156"/>
                  <a:pt x="94987" y="21217"/>
                  <a:pt x="94987" y="22372"/>
                </a:cubicBezTo>
                <a:cubicBezTo>
                  <a:pt x="94987" y="23497"/>
                  <a:pt x="94166" y="26597"/>
                  <a:pt x="94166" y="26597"/>
                </a:cubicBezTo>
                <a:lnTo>
                  <a:pt x="93589" y="28694"/>
                </a:lnTo>
                <a:cubicBezTo>
                  <a:pt x="93589" y="28694"/>
                  <a:pt x="92464" y="26597"/>
                  <a:pt x="92768" y="25199"/>
                </a:cubicBezTo>
                <a:cubicBezTo>
                  <a:pt x="93072" y="23801"/>
                  <a:pt x="92707" y="19819"/>
                  <a:pt x="92707" y="19819"/>
                </a:cubicBezTo>
                <a:cubicBezTo>
                  <a:pt x="92707" y="19819"/>
                  <a:pt x="91552" y="20579"/>
                  <a:pt x="91552" y="22098"/>
                </a:cubicBezTo>
                <a:cubicBezTo>
                  <a:pt x="91552" y="23618"/>
                  <a:pt x="91856" y="25320"/>
                  <a:pt x="91552" y="25898"/>
                </a:cubicBezTo>
                <a:cubicBezTo>
                  <a:pt x="91248" y="26475"/>
                  <a:pt x="90397" y="27327"/>
                  <a:pt x="90397" y="27874"/>
                </a:cubicBezTo>
                <a:lnTo>
                  <a:pt x="90397" y="29971"/>
                </a:lnTo>
                <a:cubicBezTo>
                  <a:pt x="90397" y="29971"/>
                  <a:pt x="87449" y="31400"/>
                  <a:pt x="87449" y="31673"/>
                </a:cubicBezTo>
                <a:cubicBezTo>
                  <a:pt x="87449" y="31916"/>
                  <a:pt x="86750" y="33497"/>
                  <a:pt x="86750" y="33497"/>
                </a:cubicBezTo>
                <a:cubicBezTo>
                  <a:pt x="86750" y="33497"/>
                  <a:pt x="84166" y="33193"/>
                  <a:pt x="83710" y="32159"/>
                </a:cubicBezTo>
                <a:cubicBezTo>
                  <a:pt x="83254" y="31126"/>
                  <a:pt x="81886" y="27691"/>
                  <a:pt x="81886" y="27691"/>
                </a:cubicBezTo>
                <a:cubicBezTo>
                  <a:pt x="81886" y="27691"/>
                  <a:pt x="81826" y="28755"/>
                  <a:pt x="81431" y="29758"/>
                </a:cubicBezTo>
                <a:cubicBezTo>
                  <a:pt x="81066" y="30792"/>
                  <a:pt x="81248" y="31855"/>
                  <a:pt x="80762" y="33497"/>
                </a:cubicBezTo>
                <a:cubicBezTo>
                  <a:pt x="80245" y="35138"/>
                  <a:pt x="80002" y="35381"/>
                  <a:pt x="79607" y="34925"/>
                </a:cubicBezTo>
                <a:cubicBezTo>
                  <a:pt x="79242" y="34469"/>
                  <a:pt x="78087" y="33345"/>
                  <a:pt x="78482" y="31703"/>
                </a:cubicBezTo>
                <a:cubicBezTo>
                  <a:pt x="78847" y="30062"/>
                  <a:pt x="78391" y="31035"/>
                  <a:pt x="78026" y="28360"/>
                </a:cubicBezTo>
                <a:cubicBezTo>
                  <a:pt x="77631" y="25716"/>
                  <a:pt x="77479" y="24044"/>
                  <a:pt x="77479" y="24044"/>
                </a:cubicBezTo>
                <a:cubicBezTo>
                  <a:pt x="77479" y="24044"/>
                  <a:pt x="76263" y="25472"/>
                  <a:pt x="75899" y="27843"/>
                </a:cubicBezTo>
                <a:cubicBezTo>
                  <a:pt x="75503" y="30184"/>
                  <a:pt x="76719" y="30883"/>
                  <a:pt x="75899" y="32311"/>
                </a:cubicBezTo>
                <a:cubicBezTo>
                  <a:pt x="75047" y="33770"/>
                  <a:pt x="74288" y="34439"/>
                  <a:pt x="74288" y="35290"/>
                </a:cubicBezTo>
                <a:cubicBezTo>
                  <a:pt x="74288" y="36111"/>
                  <a:pt x="73923" y="37175"/>
                  <a:pt x="73710" y="36688"/>
                </a:cubicBezTo>
                <a:cubicBezTo>
                  <a:pt x="73528" y="36202"/>
                  <a:pt x="73345" y="33710"/>
                  <a:pt x="72494" y="32889"/>
                </a:cubicBezTo>
                <a:cubicBezTo>
                  <a:pt x="71674" y="32038"/>
                  <a:pt x="72129" y="34591"/>
                  <a:pt x="71825" y="34865"/>
                </a:cubicBezTo>
                <a:cubicBezTo>
                  <a:pt x="71522" y="35138"/>
                  <a:pt x="70306" y="36293"/>
                  <a:pt x="70306" y="36293"/>
                </a:cubicBezTo>
                <a:cubicBezTo>
                  <a:pt x="70306" y="36293"/>
                  <a:pt x="70670" y="34469"/>
                  <a:pt x="70306" y="33254"/>
                </a:cubicBezTo>
                <a:cubicBezTo>
                  <a:pt x="69911" y="32038"/>
                  <a:pt x="70366" y="29454"/>
                  <a:pt x="70306" y="28998"/>
                </a:cubicBezTo>
                <a:cubicBezTo>
                  <a:pt x="70215" y="28542"/>
                  <a:pt x="69394" y="26810"/>
                  <a:pt x="69394" y="26810"/>
                </a:cubicBezTo>
                <a:cubicBezTo>
                  <a:pt x="69394" y="26810"/>
                  <a:pt x="68360" y="28998"/>
                  <a:pt x="68056" y="30032"/>
                </a:cubicBezTo>
                <a:cubicBezTo>
                  <a:pt x="67752" y="31065"/>
                  <a:pt x="66689" y="30032"/>
                  <a:pt x="66719" y="31855"/>
                </a:cubicBezTo>
                <a:cubicBezTo>
                  <a:pt x="66780" y="33679"/>
                  <a:pt x="66202" y="36415"/>
                  <a:pt x="65807" y="36354"/>
                </a:cubicBezTo>
                <a:cubicBezTo>
                  <a:pt x="65442" y="36263"/>
                  <a:pt x="65017" y="34074"/>
                  <a:pt x="65047" y="33618"/>
                </a:cubicBezTo>
                <a:cubicBezTo>
                  <a:pt x="65047" y="33162"/>
                  <a:pt x="65716" y="32555"/>
                  <a:pt x="65047" y="30366"/>
                </a:cubicBezTo>
                <a:cubicBezTo>
                  <a:pt x="64409" y="28178"/>
                  <a:pt x="63619" y="26871"/>
                  <a:pt x="63619" y="26506"/>
                </a:cubicBezTo>
                <a:lnTo>
                  <a:pt x="63619" y="27934"/>
                </a:lnTo>
                <a:cubicBezTo>
                  <a:pt x="63619" y="28238"/>
                  <a:pt x="63436" y="31734"/>
                  <a:pt x="63315" y="32038"/>
                </a:cubicBezTo>
                <a:cubicBezTo>
                  <a:pt x="63193" y="32342"/>
                  <a:pt x="62889" y="32251"/>
                  <a:pt x="62403" y="35381"/>
                </a:cubicBezTo>
                <a:cubicBezTo>
                  <a:pt x="61916" y="38542"/>
                  <a:pt x="61248" y="38725"/>
                  <a:pt x="61065" y="38725"/>
                </a:cubicBezTo>
                <a:cubicBezTo>
                  <a:pt x="60883" y="38725"/>
                  <a:pt x="60609" y="33618"/>
                  <a:pt x="60609" y="33618"/>
                </a:cubicBezTo>
                <a:lnTo>
                  <a:pt x="59485" y="31035"/>
                </a:lnTo>
                <a:cubicBezTo>
                  <a:pt x="59485" y="31035"/>
                  <a:pt x="58877" y="36141"/>
                  <a:pt x="57874" y="36141"/>
                </a:cubicBezTo>
                <a:cubicBezTo>
                  <a:pt x="56901" y="36141"/>
                  <a:pt x="55746" y="34166"/>
                  <a:pt x="55716" y="33801"/>
                </a:cubicBezTo>
                <a:cubicBezTo>
                  <a:pt x="55685" y="33406"/>
                  <a:pt x="53406" y="31065"/>
                  <a:pt x="53193" y="29241"/>
                </a:cubicBezTo>
                <a:cubicBezTo>
                  <a:pt x="53011" y="27418"/>
                  <a:pt x="52737" y="26567"/>
                  <a:pt x="52737" y="26567"/>
                </a:cubicBezTo>
                <a:cubicBezTo>
                  <a:pt x="52737" y="26567"/>
                  <a:pt x="50883" y="29819"/>
                  <a:pt x="51035" y="31703"/>
                </a:cubicBezTo>
                <a:cubicBezTo>
                  <a:pt x="51187" y="33618"/>
                  <a:pt x="50245" y="36962"/>
                  <a:pt x="50245" y="36962"/>
                </a:cubicBezTo>
                <a:cubicBezTo>
                  <a:pt x="50245" y="36962"/>
                  <a:pt x="47874" y="35138"/>
                  <a:pt x="47114" y="32585"/>
                </a:cubicBezTo>
                <a:cubicBezTo>
                  <a:pt x="46354" y="30001"/>
                  <a:pt x="45138" y="26810"/>
                  <a:pt x="45138" y="26810"/>
                </a:cubicBezTo>
                <a:cubicBezTo>
                  <a:pt x="45138" y="26810"/>
                  <a:pt x="43314" y="32433"/>
                  <a:pt x="43831" y="33345"/>
                </a:cubicBezTo>
                <a:cubicBezTo>
                  <a:pt x="44317" y="34287"/>
                  <a:pt x="40700" y="35989"/>
                  <a:pt x="41095" y="37144"/>
                </a:cubicBezTo>
                <a:cubicBezTo>
                  <a:pt x="41460" y="38269"/>
                  <a:pt x="37813" y="38786"/>
                  <a:pt x="37813" y="38786"/>
                </a:cubicBezTo>
                <a:lnTo>
                  <a:pt x="35776" y="36293"/>
                </a:lnTo>
                <a:lnTo>
                  <a:pt x="34165" y="31734"/>
                </a:lnTo>
                <a:cubicBezTo>
                  <a:pt x="34165" y="31734"/>
                  <a:pt x="32889" y="35746"/>
                  <a:pt x="32341" y="36992"/>
                </a:cubicBezTo>
                <a:cubicBezTo>
                  <a:pt x="31825" y="38239"/>
                  <a:pt x="30670" y="40488"/>
                  <a:pt x="30670" y="40488"/>
                </a:cubicBezTo>
                <a:lnTo>
                  <a:pt x="27964" y="36688"/>
                </a:lnTo>
                <a:lnTo>
                  <a:pt x="26354" y="33558"/>
                </a:lnTo>
                <a:cubicBezTo>
                  <a:pt x="26354" y="33558"/>
                  <a:pt x="25138" y="37448"/>
                  <a:pt x="25320" y="38330"/>
                </a:cubicBezTo>
                <a:cubicBezTo>
                  <a:pt x="25502" y="39150"/>
                  <a:pt x="24378" y="40093"/>
                  <a:pt x="24378" y="40397"/>
                </a:cubicBezTo>
                <a:cubicBezTo>
                  <a:pt x="24378" y="40701"/>
                  <a:pt x="23040" y="40001"/>
                  <a:pt x="23040" y="40001"/>
                </a:cubicBezTo>
                <a:lnTo>
                  <a:pt x="23040" y="36141"/>
                </a:lnTo>
                <a:lnTo>
                  <a:pt x="21825" y="32646"/>
                </a:lnTo>
                <a:cubicBezTo>
                  <a:pt x="21825" y="32646"/>
                  <a:pt x="20943" y="35898"/>
                  <a:pt x="21095" y="36141"/>
                </a:cubicBezTo>
                <a:cubicBezTo>
                  <a:pt x="21247" y="36445"/>
                  <a:pt x="20578" y="38816"/>
                  <a:pt x="20578" y="38816"/>
                </a:cubicBezTo>
                <a:lnTo>
                  <a:pt x="17995" y="40001"/>
                </a:lnTo>
                <a:lnTo>
                  <a:pt x="16201" y="42342"/>
                </a:lnTo>
                <a:cubicBezTo>
                  <a:pt x="16201" y="42342"/>
                  <a:pt x="15897" y="40153"/>
                  <a:pt x="15502" y="38360"/>
                </a:cubicBezTo>
                <a:cubicBezTo>
                  <a:pt x="15137" y="36567"/>
                  <a:pt x="15502" y="34378"/>
                  <a:pt x="15502" y="34378"/>
                </a:cubicBezTo>
                <a:cubicBezTo>
                  <a:pt x="15502" y="34378"/>
                  <a:pt x="13800" y="36111"/>
                  <a:pt x="14286" y="39454"/>
                </a:cubicBezTo>
                <a:cubicBezTo>
                  <a:pt x="14803" y="42798"/>
                  <a:pt x="14499" y="44561"/>
                  <a:pt x="13830" y="45321"/>
                </a:cubicBezTo>
                <a:cubicBezTo>
                  <a:pt x="13162" y="46020"/>
                  <a:pt x="12007" y="45017"/>
                  <a:pt x="11642" y="47296"/>
                </a:cubicBezTo>
                <a:cubicBezTo>
                  <a:pt x="11247" y="49576"/>
                  <a:pt x="9423" y="51005"/>
                  <a:pt x="9058" y="51278"/>
                </a:cubicBezTo>
                <a:cubicBezTo>
                  <a:pt x="8663" y="51552"/>
                  <a:pt x="4195" y="54014"/>
                  <a:pt x="4195" y="54318"/>
                </a:cubicBezTo>
                <a:cubicBezTo>
                  <a:pt x="4195" y="54622"/>
                  <a:pt x="0" y="58117"/>
                  <a:pt x="0" y="58117"/>
                </a:cubicBezTo>
                <a:lnTo>
                  <a:pt x="188971" y="5811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3" name="Google Shape;343;p48"/>
          <p:cNvSpPr/>
          <p:nvPr/>
        </p:nvSpPr>
        <p:spPr>
          <a:xfrm>
            <a:off x="7099225" y="1864425"/>
            <a:ext cx="1355251" cy="3611861"/>
          </a:xfrm>
          <a:custGeom>
            <a:avLst/>
            <a:gdLst/>
            <a:ahLst/>
            <a:cxnLst/>
            <a:rect l="l" t="t" r="r" b="b"/>
            <a:pathLst>
              <a:path w="6121" h="16313" extrusionOk="0">
                <a:moveTo>
                  <a:pt x="0" y="12383"/>
                </a:moveTo>
                <a:cubicBezTo>
                  <a:pt x="417" y="12395"/>
                  <a:pt x="417" y="12300"/>
                  <a:pt x="667" y="12061"/>
                </a:cubicBezTo>
                <a:cubicBezTo>
                  <a:pt x="477" y="12073"/>
                  <a:pt x="465" y="11680"/>
                  <a:pt x="310" y="11609"/>
                </a:cubicBezTo>
                <a:cubicBezTo>
                  <a:pt x="834" y="11621"/>
                  <a:pt x="1203" y="11954"/>
                  <a:pt x="1572" y="11704"/>
                </a:cubicBezTo>
                <a:cubicBezTo>
                  <a:pt x="1393" y="11704"/>
                  <a:pt x="905" y="11383"/>
                  <a:pt x="905" y="11383"/>
                </a:cubicBezTo>
                <a:cubicBezTo>
                  <a:pt x="1501" y="11347"/>
                  <a:pt x="1715" y="11538"/>
                  <a:pt x="1977" y="11264"/>
                </a:cubicBezTo>
                <a:cubicBezTo>
                  <a:pt x="1965" y="11264"/>
                  <a:pt x="1965" y="11180"/>
                  <a:pt x="1786" y="11180"/>
                </a:cubicBezTo>
                <a:cubicBezTo>
                  <a:pt x="1905" y="11109"/>
                  <a:pt x="2048" y="11073"/>
                  <a:pt x="2096" y="10954"/>
                </a:cubicBezTo>
                <a:cubicBezTo>
                  <a:pt x="1774" y="11264"/>
                  <a:pt x="1155" y="11049"/>
                  <a:pt x="786" y="10942"/>
                </a:cubicBezTo>
                <a:cubicBezTo>
                  <a:pt x="1001" y="10942"/>
                  <a:pt x="1179" y="10942"/>
                  <a:pt x="1370" y="10883"/>
                </a:cubicBezTo>
                <a:cubicBezTo>
                  <a:pt x="1143" y="10871"/>
                  <a:pt x="893" y="10895"/>
                  <a:pt x="667" y="10835"/>
                </a:cubicBezTo>
                <a:cubicBezTo>
                  <a:pt x="512" y="10788"/>
                  <a:pt x="358" y="10704"/>
                  <a:pt x="227" y="10633"/>
                </a:cubicBezTo>
                <a:cubicBezTo>
                  <a:pt x="560" y="10764"/>
                  <a:pt x="1143" y="10597"/>
                  <a:pt x="1453" y="10526"/>
                </a:cubicBezTo>
                <a:cubicBezTo>
                  <a:pt x="1370" y="10526"/>
                  <a:pt x="1262" y="10526"/>
                  <a:pt x="1191" y="10514"/>
                </a:cubicBezTo>
                <a:cubicBezTo>
                  <a:pt x="1370" y="10430"/>
                  <a:pt x="1548" y="10407"/>
                  <a:pt x="1715" y="10299"/>
                </a:cubicBezTo>
                <a:cubicBezTo>
                  <a:pt x="1489" y="10299"/>
                  <a:pt x="1203" y="10252"/>
                  <a:pt x="1036" y="10156"/>
                </a:cubicBezTo>
                <a:cubicBezTo>
                  <a:pt x="1370" y="10252"/>
                  <a:pt x="1798" y="10156"/>
                  <a:pt x="2132" y="10049"/>
                </a:cubicBezTo>
                <a:cubicBezTo>
                  <a:pt x="1965" y="10061"/>
                  <a:pt x="1715" y="10109"/>
                  <a:pt x="1596" y="10014"/>
                </a:cubicBezTo>
                <a:cubicBezTo>
                  <a:pt x="1917" y="10014"/>
                  <a:pt x="2096" y="9871"/>
                  <a:pt x="2382" y="9787"/>
                </a:cubicBezTo>
                <a:cubicBezTo>
                  <a:pt x="2167" y="9811"/>
                  <a:pt x="1977" y="9847"/>
                  <a:pt x="1751" y="9835"/>
                </a:cubicBezTo>
                <a:cubicBezTo>
                  <a:pt x="1905" y="9787"/>
                  <a:pt x="2227" y="9692"/>
                  <a:pt x="2227" y="9549"/>
                </a:cubicBezTo>
                <a:cubicBezTo>
                  <a:pt x="2013" y="9609"/>
                  <a:pt x="1822" y="9704"/>
                  <a:pt x="1560" y="9728"/>
                </a:cubicBezTo>
                <a:cubicBezTo>
                  <a:pt x="1310" y="9764"/>
                  <a:pt x="1143" y="9692"/>
                  <a:pt x="929" y="9680"/>
                </a:cubicBezTo>
                <a:cubicBezTo>
                  <a:pt x="1120" y="9561"/>
                  <a:pt x="1489" y="9561"/>
                  <a:pt x="1667" y="9418"/>
                </a:cubicBezTo>
                <a:cubicBezTo>
                  <a:pt x="1358" y="9537"/>
                  <a:pt x="965" y="9490"/>
                  <a:pt x="703" y="9359"/>
                </a:cubicBezTo>
                <a:cubicBezTo>
                  <a:pt x="822" y="9347"/>
                  <a:pt x="953" y="9347"/>
                  <a:pt x="1060" y="9323"/>
                </a:cubicBezTo>
                <a:cubicBezTo>
                  <a:pt x="608" y="9287"/>
                  <a:pt x="298" y="9168"/>
                  <a:pt x="167" y="8906"/>
                </a:cubicBezTo>
                <a:cubicBezTo>
                  <a:pt x="393" y="9085"/>
                  <a:pt x="953" y="9061"/>
                  <a:pt x="1262" y="9025"/>
                </a:cubicBezTo>
                <a:cubicBezTo>
                  <a:pt x="1108" y="9002"/>
                  <a:pt x="941" y="8918"/>
                  <a:pt x="810" y="8835"/>
                </a:cubicBezTo>
                <a:cubicBezTo>
                  <a:pt x="1072" y="8942"/>
                  <a:pt x="1774" y="9025"/>
                  <a:pt x="1977" y="8799"/>
                </a:cubicBezTo>
                <a:cubicBezTo>
                  <a:pt x="1882" y="8799"/>
                  <a:pt x="1774" y="8787"/>
                  <a:pt x="1667" y="8752"/>
                </a:cubicBezTo>
                <a:cubicBezTo>
                  <a:pt x="1977" y="8752"/>
                  <a:pt x="2263" y="8632"/>
                  <a:pt x="2441" y="8466"/>
                </a:cubicBezTo>
                <a:cubicBezTo>
                  <a:pt x="2215" y="8561"/>
                  <a:pt x="1965" y="8573"/>
                  <a:pt x="1715" y="8585"/>
                </a:cubicBezTo>
                <a:cubicBezTo>
                  <a:pt x="1882" y="8490"/>
                  <a:pt x="2084" y="8394"/>
                  <a:pt x="2274" y="8323"/>
                </a:cubicBezTo>
                <a:cubicBezTo>
                  <a:pt x="1834" y="8406"/>
                  <a:pt x="1548" y="8502"/>
                  <a:pt x="1084" y="8394"/>
                </a:cubicBezTo>
                <a:cubicBezTo>
                  <a:pt x="1310" y="8347"/>
                  <a:pt x="1524" y="8311"/>
                  <a:pt x="1679" y="8204"/>
                </a:cubicBezTo>
                <a:cubicBezTo>
                  <a:pt x="1417" y="8204"/>
                  <a:pt x="1227" y="8085"/>
                  <a:pt x="1072" y="7966"/>
                </a:cubicBezTo>
                <a:cubicBezTo>
                  <a:pt x="1251" y="8049"/>
                  <a:pt x="1524" y="8073"/>
                  <a:pt x="1739" y="8037"/>
                </a:cubicBezTo>
                <a:cubicBezTo>
                  <a:pt x="1965" y="8013"/>
                  <a:pt x="2084" y="7918"/>
                  <a:pt x="2310" y="7859"/>
                </a:cubicBezTo>
                <a:lnTo>
                  <a:pt x="1893" y="7859"/>
                </a:lnTo>
                <a:cubicBezTo>
                  <a:pt x="2096" y="7835"/>
                  <a:pt x="2334" y="7775"/>
                  <a:pt x="2453" y="7668"/>
                </a:cubicBezTo>
                <a:cubicBezTo>
                  <a:pt x="2334" y="7668"/>
                  <a:pt x="2203" y="7668"/>
                  <a:pt x="2084" y="7632"/>
                </a:cubicBezTo>
                <a:cubicBezTo>
                  <a:pt x="2310" y="7632"/>
                  <a:pt x="2501" y="7454"/>
                  <a:pt x="2679" y="7263"/>
                </a:cubicBezTo>
                <a:lnTo>
                  <a:pt x="2679" y="7204"/>
                </a:lnTo>
                <a:cubicBezTo>
                  <a:pt x="2536" y="7359"/>
                  <a:pt x="2382" y="7382"/>
                  <a:pt x="2203" y="7454"/>
                </a:cubicBezTo>
                <a:cubicBezTo>
                  <a:pt x="1786" y="7620"/>
                  <a:pt x="1501" y="7454"/>
                  <a:pt x="1501" y="7454"/>
                </a:cubicBezTo>
                <a:cubicBezTo>
                  <a:pt x="1501" y="7454"/>
                  <a:pt x="1786" y="7263"/>
                  <a:pt x="1846" y="7132"/>
                </a:cubicBezTo>
                <a:cubicBezTo>
                  <a:pt x="1643" y="7097"/>
                  <a:pt x="1584" y="7180"/>
                  <a:pt x="1405" y="7061"/>
                </a:cubicBezTo>
                <a:cubicBezTo>
                  <a:pt x="1548" y="7073"/>
                  <a:pt x="1727" y="7001"/>
                  <a:pt x="1858" y="6942"/>
                </a:cubicBezTo>
                <a:cubicBezTo>
                  <a:pt x="1643" y="6882"/>
                  <a:pt x="1417" y="6787"/>
                  <a:pt x="1286" y="6537"/>
                </a:cubicBezTo>
                <a:cubicBezTo>
                  <a:pt x="1417" y="6620"/>
                  <a:pt x="1727" y="6716"/>
                  <a:pt x="2263" y="6287"/>
                </a:cubicBezTo>
                <a:cubicBezTo>
                  <a:pt x="2215" y="6263"/>
                  <a:pt x="2155" y="6239"/>
                  <a:pt x="2120" y="6227"/>
                </a:cubicBezTo>
                <a:cubicBezTo>
                  <a:pt x="2513" y="6120"/>
                  <a:pt x="2798" y="5954"/>
                  <a:pt x="2977" y="5585"/>
                </a:cubicBezTo>
                <a:cubicBezTo>
                  <a:pt x="2917" y="5668"/>
                  <a:pt x="2822" y="5751"/>
                  <a:pt x="2751" y="5823"/>
                </a:cubicBezTo>
                <a:cubicBezTo>
                  <a:pt x="2763" y="5763"/>
                  <a:pt x="2751" y="5704"/>
                  <a:pt x="2751" y="5632"/>
                </a:cubicBezTo>
                <a:cubicBezTo>
                  <a:pt x="2644" y="5692"/>
                  <a:pt x="2572" y="5823"/>
                  <a:pt x="2453" y="5894"/>
                </a:cubicBezTo>
                <a:cubicBezTo>
                  <a:pt x="2370" y="5954"/>
                  <a:pt x="2263" y="5989"/>
                  <a:pt x="2167" y="6061"/>
                </a:cubicBezTo>
                <a:cubicBezTo>
                  <a:pt x="2203" y="5966"/>
                  <a:pt x="2251" y="5894"/>
                  <a:pt x="2251" y="5811"/>
                </a:cubicBezTo>
                <a:cubicBezTo>
                  <a:pt x="2155" y="5906"/>
                  <a:pt x="1893" y="5656"/>
                  <a:pt x="1774" y="5715"/>
                </a:cubicBezTo>
                <a:cubicBezTo>
                  <a:pt x="1858" y="5656"/>
                  <a:pt x="1917" y="5537"/>
                  <a:pt x="1929" y="5418"/>
                </a:cubicBezTo>
                <a:cubicBezTo>
                  <a:pt x="1810" y="5418"/>
                  <a:pt x="1596" y="5430"/>
                  <a:pt x="1536" y="5430"/>
                </a:cubicBezTo>
                <a:cubicBezTo>
                  <a:pt x="1655" y="5394"/>
                  <a:pt x="1774" y="5346"/>
                  <a:pt x="1858" y="5251"/>
                </a:cubicBezTo>
                <a:cubicBezTo>
                  <a:pt x="1620" y="5215"/>
                  <a:pt x="1477" y="5073"/>
                  <a:pt x="1322" y="4858"/>
                </a:cubicBezTo>
                <a:cubicBezTo>
                  <a:pt x="1489" y="4834"/>
                  <a:pt x="1679" y="4870"/>
                  <a:pt x="1834" y="4811"/>
                </a:cubicBezTo>
                <a:cubicBezTo>
                  <a:pt x="1786" y="4763"/>
                  <a:pt x="1727" y="4715"/>
                  <a:pt x="1679" y="4692"/>
                </a:cubicBezTo>
                <a:cubicBezTo>
                  <a:pt x="1870" y="4680"/>
                  <a:pt x="2370" y="4465"/>
                  <a:pt x="2465" y="4275"/>
                </a:cubicBezTo>
                <a:cubicBezTo>
                  <a:pt x="2394" y="4227"/>
                  <a:pt x="2394" y="4156"/>
                  <a:pt x="2251" y="4168"/>
                </a:cubicBezTo>
                <a:cubicBezTo>
                  <a:pt x="2286" y="4156"/>
                  <a:pt x="2096" y="4156"/>
                  <a:pt x="2013" y="4084"/>
                </a:cubicBezTo>
                <a:cubicBezTo>
                  <a:pt x="2096" y="4061"/>
                  <a:pt x="2274" y="3930"/>
                  <a:pt x="2322" y="3846"/>
                </a:cubicBezTo>
                <a:cubicBezTo>
                  <a:pt x="1929" y="3977"/>
                  <a:pt x="1870" y="3906"/>
                  <a:pt x="1798" y="3906"/>
                </a:cubicBezTo>
                <a:cubicBezTo>
                  <a:pt x="1893" y="3882"/>
                  <a:pt x="1834" y="3882"/>
                  <a:pt x="1905" y="3870"/>
                </a:cubicBezTo>
                <a:cubicBezTo>
                  <a:pt x="1822" y="3822"/>
                  <a:pt x="1655" y="3858"/>
                  <a:pt x="1572" y="3810"/>
                </a:cubicBezTo>
                <a:cubicBezTo>
                  <a:pt x="1727" y="3846"/>
                  <a:pt x="1786" y="3691"/>
                  <a:pt x="1786" y="3691"/>
                </a:cubicBezTo>
                <a:cubicBezTo>
                  <a:pt x="1786" y="3691"/>
                  <a:pt x="1524" y="3584"/>
                  <a:pt x="1429" y="3513"/>
                </a:cubicBezTo>
                <a:cubicBezTo>
                  <a:pt x="1536" y="3549"/>
                  <a:pt x="1679" y="3525"/>
                  <a:pt x="1786" y="3465"/>
                </a:cubicBezTo>
                <a:cubicBezTo>
                  <a:pt x="1703" y="3429"/>
                  <a:pt x="2155" y="3394"/>
                  <a:pt x="2072" y="3346"/>
                </a:cubicBezTo>
                <a:cubicBezTo>
                  <a:pt x="1977" y="3310"/>
                  <a:pt x="2001" y="3168"/>
                  <a:pt x="1929" y="3096"/>
                </a:cubicBezTo>
                <a:cubicBezTo>
                  <a:pt x="2084" y="3144"/>
                  <a:pt x="2441" y="3215"/>
                  <a:pt x="2572" y="3108"/>
                </a:cubicBezTo>
                <a:cubicBezTo>
                  <a:pt x="2513" y="3096"/>
                  <a:pt x="2441" y="3084"/>
                  <a:pt x="2394" y="3072"/>
                </a:cubicBezTo>
                <a:cubicBezTo>
                  <a:pt x="2525" y="3072"/>
                  <a:pt x="2608" y="2989"/>
                  <a:pt x="2620" y="2858"/>
                </a:cubicBezTo>
                <a:cubicBezTo>
                  <a:pt x="2346" y="2918"/>
                  <a:pt x="2263" y="3013"/>
                  <a:pt x="1965" y="2906"/>
                </a:cubicBezTo>
                <a:cubicBezTo>
                  <a:pt x="2108" y="2918"/>
                  <a:pt x="2322" y="2858"/>
                  <a:pt x="2429" y="2751"/>
                </a:cubicBezTo>
                <a:cubicBezTo>
                  <a:pt x="2322" y="2775"/>
                  <a:pt x="2251" y="2715"/>
                  <a:pt x="2155" y="2691"/>
                </a:cubicBezTo>
                <a:cubicBezTo>
                  <a:pt x="2322" y="2727"/>
                  <a:pt x="2525" y="2667"/>
                  <a:pt x="2632" y="2537"/>
                </a:cubicBezTo>
                <a:cubicBezTo>
                  <a:pt x="2548" y="2560"/>
                  <a:pt x="2465" y="2513"/>
                  <a:pt x="2382" y="2537"/>
                </a:cubicBezTo>
                <a:cubicBezTo>
                  <a:pt x="2441" y="2501"/>
                  <a:pt x="2513" y="2489"/>
                  <a:pt x="2560" y="2441"/>
                </a:cubicBezTo>
                <a:cubicBezTo>
                  <a:pt x="2286" y="2453"/>
                  <a:pt x="2013" y="2429"/>
                  <a:pt x="1929" y="2179"/>
                </a:cubicBezTo>
                <a:cubicBezTo>
                  <a:pt x="2084" y="2203"/>
                  <a:pt x="2215" y="2144"/>
                  <a:pt x="2346" y="2132"/>
                </a:cubicBezTo>
                <a:cubicBezTo>
                  <a:pt x="2286" y="2120"/>
                  <a:pt x="2227" y="2084"/>
                  <a:pt x="2167" y="2060"/>
                </a:cubicBezTo>
                <a:cubicBezTo>
                  <a:pt x="2382" y="2036"/>
                  <a:pt x="2405" y="2025"/>
                  <a:pt x="2584" y="1905"/>
                </a:cubicBezTo>
                <a:cubicBezTo>
                  <a:pt x="2501" y="1894"/>
                  <a:pt x="2429" y="1858"/>
                  <a:pt x="2346" y="1834"/>
                </a:cubicBezTo>
                <a:cubicBezTo>
                  <a:pt x="2465" y="1798"/>
                  <a:pt x="2917" y="1798"/>
                  <a:pt x="2941" y="1655"/>
                </a:cubicBezTo>
                <a:cubicBezTo>
                  <a:pt x="2870" y="1655"/>
                  <a:pt x="2786" y="1667"/>
                  <a:pt x="2703" y="1667"/>
                </a:cubicBezTo>
                <a:cubicBezTo>
                  <a:pt x="2786" y="1620"/>
                  <a:pt x="2858" y="1584"/>
                  <a:pt x="2917" y="1536"/>
                </a:cubicBezTo>
                <a:cubicBezTo>
                  <a:pt x="2667" y="1536"/>
                  <a:pt x="2322" y="1560"/>
                  <a:pt x="2215" y="1370"/>
                </a:cubicBezTo>
                <a:cubicBezTo>
                  <a:pt x="2310" y="1382"/>
                  <a:pt x="2429" y="1370"/>
                  <a:pt x="2513" y="1358"/>
                </a:cubicBezTo>
                <a:cubicBezTo>
                  <a:pt x="2489" y="1346"/>
                  <a:pt x="2465" y="1298"/>
                  <a:pt x="2453" y="1286"/>
                </a:cubicBezTo>
                <a:cubicBezTo>
                  <a:pt x="2584" y="1310"/>
                  <a:pt x="2620" y="1286"/>
                  <a:pt x="2727" y="1239"/>
                </a:cubicBezTo>
                <a:cubicBezTo>
                  <a:pt x="2620" y="1239"/>
                  <a:pt x="2560" y="1179"/>
                  <a:pt x="2489" y="1143"/>
                </a:cubicBezTo>
                <a:cubicBezTo>
                  <a:pt x="2572" y="1132"/>
                  <a:pt x="2739" y="1120"/>
                  <a:pt x="2739" y="1024"/>
                </a:cubicBezTo>
                <a:cubicBezTo>
                  <a:pt x="2679" y="1072"/>
                  <a:pt x="2513" y="1024"/>
                  <a:pt x="2465" y="1013"/>
                </a:cubicBezTo>
                <a:cubicBezTo>
                  <a:pt x="2786" y="1001"/>
                  <a:pt x="2822" y="774"/>
                  <a:pt x="3001" y="691"/>
                </a:cubicBezTo>
                <a:cubicBezTo>
                  <a:pt x="2941" y="703"/>
                  <a:pt x="2870" y="691"/>
                  <a:pt x="2822" y="655"/>
                </a:cubicBezTo>
                <a:cubicBezTo>
                  <a:pt x="2870" y="632"/>
                  <a:pt x="2929" y="608"/>
                  <a:pt x="2977" y="584"/>
                </a:cubicBezTo>
                <a:cubicBezTo>
                  <a:pt x="2917" y="572"/>
                  <a:pt x="2822" y="572"/>
                  <a:pt x="2751" y="572"/>
                </a:cubicBezTo>
                <a:cubicBezTo>
                  <a:pt x="2822" y="536"/>
                  <a:pt x="2929" y="524"/>
                  <a:pt x="2989" y="465"/>
                </a:cubicBezTo>
                <a:cubicBezTo>
                  <a:pt x="3060" y="393"/>
                  <a:pt x="3060" y="251"/>
                  <a:pt x="3048" y="167"/>
                </a:cubicBezTo>
                <a:cubicBezTo>
                  <a:pt x="3048" y="120"/>
                  <a:pt x="3108" y="0"/>
                  <a:pt x="3108" y="0"/>
                </a:cubicBezTo>
                <a:lnTo>
                  <a:pt x="3108" y="131"/>
                </a:lnTo>
                <a:cubicBezTo>
                  <a:pt x="3120" y="72"/>
                  <a:pt x="3144" y="24"/>
                  <a:pt x="3156" y="0"/>
                </a:cubicBezTo>
                <a:cubicBezTo>
                  <a:pt x="3179" y="191"/>
                  <a:pt x="3120" y="1358"/>
                  <a:pt x="3465" y="1382"/>
                </a:cubicBezTo>
                <a:cubicBezTo>
                  <a:pt x="3394" y="1382"/>
                  <a:pt x="3298" y="1382"/>
                  <a:pt x="3227" y="1417"/>
                </a:cubicBezTo>
                <a:cubicBezTo>
                  <a:pt x="3275" y="1453"/>
                  <a:pt x="3298" y="1524"/>
                  <a:pt x="3346" y="1560"/>
                </a:cubicBezTo>
                <a:cubicBezTo>
                  <a:pt x="3060" y="1727"/>
                  <a:pt x="3644" y="2013"/>
                  <a:pt x="3810" y="1953"/>
                </a:cubicBezTo>
                <a:cubicBezTo>
                  <a:pt x="3691" y="2013"/>
                  <a:pt x="3572" y="2072"/>
                  <a:pt x="3453" y="2084"/>
                </a:cubicBezTo>
                <a:cubicBezTo>
                  <a:pt x="3537" y="2084"/>
                  <a:pt x="3620" y="2132"/>
                  <a:pt x="3703" y="2144"/>
                </a:cubicBezTo>
                <a:cubicBezTo>
                  <a:pt x="3620" y="2144"/>
                  <a:pt x="3525" y="2191"/>
                  <a:pt x="3441" y="2191"/>
                </a:cubicBezTo>
                <a:cubicBezTo>
                  <a:pt x="3679" y="2334"/>
                  <a:pt x="3798" y="2406"/>
                  <a:pt x="4060" y="2275"/>
                </a:cubicBezTo>
                <a:cubicBezTo>
                  <a:pt x="3929" y="2346"/>
                  <a:pt x="3798" y="2465"/>
                  <a:pt x="3644" y="2501"/>
                </a:cubicBezTo>
                <a:cubicBezTo>
                  <a:pt x="3751" y="2548"/>
                  <a:pt x="3858" y="2608"/>
                  <a:pt x="3977" y="2584"/>
                </a:cubicBezTo>
                <a:cubicBezTo>
                  <a:pt x="3918" y="2667"/>
                  <a:pt x="3798" y="2727"/>
                  <a:pt x="3715" y="2751"/>
                </a:cubicBezTo>
                <a:cubicBezTo>
                  <a:pt x="4013" y="2798"/>
                  <a:pt x="4156" y="2715"/>
                  <a:pt x="4394" y="2537"/>
                </a:cubicBezTo>
                <a:cubicBezTo>
                  <a:pt x="4346" y="2918"/>
                  <a:pt x="4001" y="3263"/>
                  <a:pt x="3679" y="3310"/>
                </a:cubicBezTo>
                <a:cubicBezTo>
                  <a:pt x="3751" y="3382"/>
                  <a:pt x="3834" y="3441"/>
                  <a:pt x="3929" y="3501"/>
                </a:cubicBezTo>
                <a:cubicBezTo>
                  <a:pt x="3822" y="3513"/>
                  <a:pt x="3739" y="3537"/>
                  <a:pt x="3632" y="3537"/>
                </a:cubicBezTo>
                <a:cubicBezTo>
                  <a:pt x="3691" y="3834"/>
                  <a:pt x="3977" y="3858"/>
                  <a:pt x="4191" y="3775"/>
                </a:cubicBezTo>
                <a:cubicBezTo>
                  <a:pt x="4072" y="3918"/>
                  <a:pt x="4049" y="4156"/>
                  <a:pt x="3882" y="4227"/>
                </a:cubicBezTo>
                <a:cubicBezTo>
                  <a:pt x="4215" y="4263"/>
                  <a:pt x="4453" y="4072"/>
                  <a:pt x="4715" y="3918"/>
                </a:cubicBezTo>
                <a:cubicBezTo>
                  <a:pt x="4846" y="4239"/>
                  <a:pt x="4406" y="4668"/>
                  <a:pt x="4215" y="4882"/>
                </a:cubicBezTo>
                <a:cubicBezTo>
                  <a:pt x="4299" y="4918"/>
                  <a:pt x="4430" y="4918"/>
                  <a:pt x="4525" y="4834"/>
                </a:cubicBezTo>
                <a:cubicBezTo>
                  <a:pt x="4465" y="5013"/>
                  <a:pt x="4239" y="5049"/>
                  <a:pt x="4096" y="5049"/>
                </a:cubicBezTo>
                <a:cubicBezTo>
                  <a:pt x="4120" y="5073"/>
                  <a:pt x="4179" y="5156"/>
                  <a:pt x="4227" y="5192"/>
                </a:cubicBezTo>
                <a:cubicBezTo>
                  <a:pt x="4049" y="5263"/>
                  <a:pt x="3751" y="5418"/>
                  <a:pt x="3572" y="5299"/>
                </a:cubicBezTo>
                <a:cubicBezTo>
                  <a:pt x="3644" y="5334"/>
                  <a:pt x="3703" y="5406"/>
                  <a:pt x="3798" y="5430"/>
                </a:cubicBezTo>
                <a:lnTo>
                  <a:pt x="3537" y="5430"/>
                </a:lnTo>
                <a:cubicBezTo>
                  <a:pt x="3644" y="5549"/>
                  <a:pt x="3775" y="5751"/>
                  <a:pt x="3918" y="5775"/>
                </a:cubicBezTo>
                <a:cubicBezTo>
                  <a:pt x="4120" y="5823"/>
                  <a:pt x="4418" y="5620"/>
                  <a:pt x="4596" y="5525"/>
                </a:cubicBezTo>
                <a:cubicBezTo>
                  <a:pt x="4584" y="5644"/>
                  <a:pt x="4525" y="5799"/>
                  <a:pt x="4418" y="5858"/>
                </a:cubicBezTo>
                <a:cubicBezTo>
                  <a:pt x="4668" y="5799"/>
                  <a:pt x="4870" y="5787"/>
                  <a:pt x="5049" y="5585"/>
                </a:cubicBezTo>
                <a:cubicBezTo>
                  <a:pt x="4953" y="6025"/>
                  <a:pt x="4763" y="6299"/>
                  <a:pt x="4430" y="6549"/>
                </a:cubicBezTo>
                <a:cubicBezTo>
                  <a:pt x="4513" y="6573"/>
                  <a:pt x="4584" y="6620"/>
                  <a:pt x="4656" y="6632"/>
                </a:cubicBezTo>
                <a:cubicBezTo>
                  <a:pt x="4477" y="6656"/>
                  <a:pt x="4299" y="6728"/>
                  <a:pt x="4120" y="6728"/>
                </a:cubicBezTo>
                <a:cubicBezTo>
                  <a:pt x="4179" y="6751"/>
                  <a:pt x="4239" y="6835"/>
                  <a:pt x="4310" y="6858"/>
                </a:cubicBezTo>
                <a:cubicBezTo>
                  <a:pt x="4108" y="6858"/>
                  <a:pt x="3929" y="6906"/>
                  <a:pt x="3739" y="6847"/>
                </a:cubicBezTo>
                <a:lnTo>
                  <a:pt x="3632" y="6847"/>
                </a:lnTo>
                <a:cubicBezTo>
                  <a:pt x="3632" y="6858"/>
                  <a:pt x="3644" y="6894"/>
                  <a:pt x="3644" y="6906"/>
                </a:cubicBezTo>
                <a:cubicBezTo>
                  <a:pt x="3775" y="6978"/>
                  <a:pt x="3953" y="7025"/>
                  <a:pt x="4132" y="7049"/>
                </a:cubicBezTo>
                <a:lnTo>
                  <a:pt x="3751" y="7049"/>
                </a:lnTo>
                <a:cubicBezTo>
                  <a:pt x="3751" y="7049"/>
                  <a:pt x="3763" y="7049"/>
                  <a:pt x="3763" y="7073"/>
                </a:cubicBezTo>
                <a:cubicBezTo>
                  <a:pt x="3834" y="7085"/>
                  <a:pt x="3918" y="7109"/>
                  <a:pt x="3977" y="7144"/>
                </a:cubicBezTo>
                <a:cubicBezTo>
                  <a:pt x="4049" y="7144"/>
                  <a:pt x="4132" y="7144"/>
                  <a:pt x="4227" y="7109"/>
                </a:cubicBezTo>
                <a:cubicBezTo>
                  <a:pt x="4191" y="7156"/>
                  <a:pt x="4156" y="7168"/>
                  <a:pt x="4108" y="7204"/>
                </a:cubicBezTo>
                <a:cubicBezTo>
                  <a:pt x="4156" y="7216"/>
                  <a:pt x="4215" y="7228"/>
                  <a:pt x="4275" y="7228"/>
                </a:cubicBezTo>
                <a:cubicBezTo>
                  <a:pt x="4489" y="7263"/>
                  <a:pt x="4763" y="7251"/>
                  <a:pt x="4941" y="7156"/>
                </a:cubicBezTo>
                <a:cubicBezTo>
                  <a:pt x="4775" y="7275"/>
                  <a:pt x="4584" y="7394"/>
                  <a:pt x="4334" y="7394"/>
                </a:cubicBezTo>
                <a:cubicBezTo>
                  <a:pt x="4513" y="7501"/>
                  <a:pt x="4703" y="7549"/>
                  <a:pt x="4930" y="7585"/>
                </a:cubicBezTo>
                <a:cubicBezTo>
                  <a:pt x="4465" y="7692"/>
                  <a:pt x="4179" y="7620"/>
                  <a:pt x="3739" y="7513"/>
                </a:cubicBezTo>
                <a:cubicBezTo>
                  <a:pt x="3929" y="7585"/>
                  <a:pt x="4132" y="7692"/>
                  <a:pt x="4299" y="7787"/>
                </a:cubicBezTo>
                <a:cubicBezTo>
                  <a:pt x="4191" y="7763"/>
                  <a:pt x="4096" y="7763"/>
                  <a:pt x="3989" y="7751"/>
                </a:cubicBezTo>
                <a:cubicBezTo>
                  <a:pt x="3941" y="7799"/>
                  <a:pt x="3894" y="7823"/>
                  <a:pt x="3834" y="7823"/>
                </a:cubicBezTo>
                <a:lnTo>
                  <a:pt x="3834" y="7823"/>
                </a:lnTo>
                <a:lnTo>
                  <a:pt x="4132" y="7823"/>
                </a:lnTo>
                <a:cubicBezTo>
                  <a:pt x="4108" y="7859"/>
                  <a:pt x="4096" y="7882"/>
                  <a:pt x="4060" y="7906"/>
                </a:cubicBezTo>
                <a:cubicBezTo>
                  <a:pt x="4156" y="7918"/>
                  <a:pt x="4239" y="7930"/>
                  <a:pt x="4334" y="7930"/>
                </a:cubicBezTo>
                <a:cubicBezTo>
                  <a:pt x="4239" y="7966"/>
                  <a:pt x="4120" y="7978"/>
                  <a:pt x="4013" y="7978"/>
                </a:cubicBezTo>
                <a:cubicBezTo>
                  <a:pt x="4227" y="8204"/>
                  <a:pt x="4930" y="8109"/>
                  <a:pt x="5192" y="8025"/>
                </a:cubicBezTo>
                <a:cubicBezTo>
                  <a:pt x="5061" y="8097"/>
                  <a:pt x="4894" y="8180"/>
                  <a:pt x="4727" y="8204"/>
                </a:cubicBezTo>
                <a:cubicBezTo>
                  <a:pt x="5049" y="8240"/>
                  <a:pt x="5608" y="8263"/>
                  <a:pt x="5834" y="8085"/>
                </a:cubicBezTo>
                <a:cubicBezTo>
                  <a:pt x="5703" y="8359"/>
                  <a:pt x="5382" y="8466"/>
                  <a:pt x="4941" y="8502"/>
                </a:cubicBezTo>
                <a:cubicBezTo>
                  <a:pt x="5049" y="8525"/>
                  <a:pt x="5180" y="8525"/>
                  <a:pt x="5299" y="8537"/>
                </a:cubicBezTo>
                <a:cubicBezTo>
                  <a:pt x="5025" y="8680"/>
                  <a:pt x="4644" y="8716"/>
                  <a:pt x="4334" y="8597"/>
                </a:cubicBezTo>
                <a:cubicBezTo>
                  <a:pt x="4513" y="8740"/>
                  <a:pt x="4882" y="8740"/>
                  <a:pt x="5072" y="8859"/>
                </a:cubicBezTo>
                <a:cubicBezTo>
                  <a:pt x="4811" y="9061"/>
                  <a:pt x="3882" y="8942"/>
                  <a:pt x="3834" y="8942"/>
                </a:cubicBezTo>
                <a:cubicBezTo>
                  <a:pt x="3906" y="8954"/>
                  <a:pt x="3989" y="9156"/>
                  <a:pt x="4537" y="9002"/>
                </a:cubicBezTo>
                <a:cubicBezTo>
                  <a:pt x="4477" y="9109"/>
                  <a:pt x="4382" y="9192"/>
                  <a:pt x="4275" y="9216"/>
                </a:cubicBezTo>
                <a:cubicBezTo>
                  <a:pt x="4501" y="9228"/>
                  <a:pt x="4703" y="9133"/>
                  <a:pt x="4930" y="9109"/>
                </a:cubicBezTo>
                <a:cubicBezTo>
                  <a:pt x="4894" y="9275"/>
                  <a:pt x="4811" y="9490"/>
                  <a:pt x="4656" y="9585"/>
                </a:cubicBezTo>
                <a:cubicBezTo>
                  <a:pt x="4822" y="9585"/>
                  <a:pt x="4989" y="9514"/>
                  <a:pt x="5132" y="9490"/>
                </a:cubicBezTo>
                <a:cubicBezTo>
                  <a:pt x="5108" y="9609"/>
                  <a:pt x="5013" y="9716"/>
                  <a:pt x="4930" y="9787"/>
                </a:cubicBezTo>
                <a:cubicBezTo>
                  <a:pt x="5096" y="9716"/>
                  <a:pt x="5311" y="10061"/>
                  <a:pt x="5418" y="9906"/>
                </a:cubicBezTo>
                <a:cubicBezTo>
                  <a:pt x="5346" y="10133"/>
                  <a:pt x="4930" y="10168"/>
                  <a:pt x="4477" y="10073"/>
                </a:cubicBezTo>
                <a:cubicBezTo>
                  <a:pt x="4477" y="10073"/>
                  <a:pt x="5049" y="10597"/>
                  <a:pt x="5632" y="10585"/>
                </a:cubicBezTo>
                <a:cubicBezTo>
                  <a:pt x="5632" y="10585"/>
                  <a:pt x="5394" y="11073"/>
                  <a:pt x="5061" y="10942"/>
                </a:cubicBezTo>
                <a:cubicBezTo>
                  <a:pt x="5156" y="11014"/>
                  <a:pt x="5275" y="11133"/>
                  <a:pt x="5346" y="11145"/>
                </a:cubicBezTo>
                <a:cubicBezTo>
                  <a:pt x="5049" y="11133"/>
                  <a:pt x="4799" y="11133"/>
                  <a:pt x="4513" y="11002"/>
                </a:cubicBezTo>
                <a:cubicBezTo>
                  <a:pt x="4584" y="11157"/>
                  <a:pt x="4715" y="11264"/>
                  <a:pt x="4870" y="11335"/>
                </a:cubicBezTo>
                <a:cubicBezTo>
                  <a:pt x="4834" y="11323"/>
                  <a:pt x="4799" y="11311"/>
                  <a:pt x="4763" y="11311"/>
                </a:cubicBezTo>
                <a:cubicBezTo>
                  <a:pt x="4977" y="11514"/>
                  <a:pt x="5192" y="11692"/>
                  <a:pt x="5358" y="11633"/>
                </a:cubicBezTo>
                <a:cubicBezTo>
                  <a:pt x="5215" y="11716"/>
                  <a:pt x="5013" y="11835"/>
                  <a:pt x="4811" y="11847"/>
                </a:cubicBezTo>
                <a:cubicBezTo>
                  <a:pt x="5180" y="11907"/>
                  <a:pt x="5846" y="11919"/>
                  <a:pt x="6120" y="11716"/>
                </a:cubicBezTo>
                <a:cubicBezTo>
                  <a:pt x="5954" y="12038"/>
                  <a:pt x="5584" y="12169"/>
                  <a:pt x="5061" y="12204"/>
                </a:cubicBezTo>
                <a:cubicBezTo>
                  <a:pt x="5192" y="12252"/>
                  <a:pt x="5346" y="12228"/>
                  <a:pt x="5477" y="12264"/>
                </a:cubicBezTo>
                <a:cubicBezTo>
                  <a:pt x="5168" y="12407"/>
                  <a:pt x="4703" y="12466"/>
                  <a:pt x="4346" y="12335"/>
                </a:cubicBezTo>
                <a:cubicBezTo>
                  <a:pt x="4572" y="12502"/>
                  <a:pt x="5001" y="12502"/>
                  <a:pt x="5227" y="12633"/>
                </a:cubicBezTo>
                <a:cubicBezTo>
                  <a:pt x="5037" y="12645"/>
                  <a:pt x="4882" y="12681"/>
                  <a:pt x="4703" y="12693"/>
                </a:cubicBezTo>
                <a:cubicBezTo>
                  <a:pt x="4060" y="12943"/>
                  <a:pt x="3560" y="12812"/>
                  <a:pt x="3215" y="12633"/>
                </a:cubicBezTo>
                <a:lnTo>
                  <a:pt x="3215" y="16312"/>
                </a:lnTo>
                <a:lnTo>
                  <a:pt x="2751" y="16312"/>
                </a:lnTo>
                <a:lnTo>
                  <a:pt x="2751" y="12442"/>
                </a:lnTo>
                <a:cubicBezTo>
                  <a:pt x="2632" y="12562"/>
                  <a:pt x="2489" y="12669"/>
                  <a:pt x="2298" y="12693"/>
                </a:cubicBezTo>
                <a:cubicBezTo>
                  <a:pt x="2429" y="12645"/>
                  <a:pt x="2513" y="12502"/>
                  <a:pt x="2513" y="12395"/>
                </a:cubicBezTo>
                <a:cubicBezTo>
                  <a:pt x="2358" y="12681"/>
                  <a:pt x="1893" y="12728"/>
                  <a:pt x="1548" y="12788"/>
                </a:cubicBezTo>
                <a:cubicBezTo>
                  <a:pt x="1620" y="12752"/>
                  <a:pt x="1703" y="12693"/>
                  <a:pt x="1715" y="12633"/>
                </a:cubicBezTo>
                <a:cubicBezTo>
                  <a:pt x="1370" y="12812"/>
                  <a:pt x="905" y="12681"/>
                  <a:pt x="572" y="12573"/>
                </a:cubicBezTo>
                <a:cubicBezTo>
                  <a:pt x="691" y="12562"/>
                  <a:pt x="786" y="12490"/>
                  <a:pt x="893" y="12431"/>
                </a:cubicBezTo>
                <a:cubicBezTo>
                  <a:pt x="703" y="12609"/>
                  <a:pt x="334" y="12490"/>
                  <a:pt x="0" y="1238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4" name="Google Shape;344;p48"/>
          <p:cNvSpPr/>
          <p:nvPr/>
        </p:nvSpPr>
        <p:spPr>
          <a:xfrm>
            <a:off x="6522400" y="3145527"/>
            <a:ext cx="760522" cy="2330759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1" name="Google Shape;341;p48"/>
          <p:cNvSpPr txBox="1"/>
          <p:nvPr>
            <p:ph type="subTitle" idx="4"/>
          </p:nvPr>
        </p:nvSpPr>
        <p:spPr>
          <a:xfrm>
            <a:off x="713105" y="1760855"/>
            <a:ext cx="5756910" cy="29711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Разработать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структуру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и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навигацию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сайта</a:t>
            </a:r>
            <a:endParaRPr lang="en-US" altLang="en-US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Реализовать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каталог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популярных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горных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вершин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их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характеристиками</a:t>
            </a:r>
            <a:endParaRPr lang="en-US" altLang="en-US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Создать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визуально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удобную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страницу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советов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по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подбору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снаряжения</a:t>
            </a:r>
            <a:endParaRPr lang="en-US" altLang="en-US">
              <a:uFill>
                <a:noFill/>
              </a:uFill>
              <a:latin typeface="Calibri" panose="020F0502020204030204" charset="0"/>
              <a:cs typeface="Calibri" panose="020F0502020204030204" charset="0"/>
              <a:sym typeface="+mn-ea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Реализовать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систему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учёта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личных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восхождений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возможностью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добавления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,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редактирования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и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удаления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записей</a:t>
            </a:r>
            <a:endParaRPr lang="en-US" altLang="en-US">
              <a:uFill>
                <a:noFill/>
              </a:uFill>
              <a:latin typeface="Calibri" panose="020F0502020204030204" charset="0"/>
              <a:cs typeface="Calibri" panose="020F0502020204030204" charset="0"/>
              <a:sym typeface="+mn-ea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Обеспечить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удобство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и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понятность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интерфейса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для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пользователя</a:t>
            </a:r>
            <a:endParaRPr lang="en-US" altLang="en-US">
              <a:latin typeface="Calibri" panose="020F0502020204030204" charset="0"/>
              <a:cs typeface="Calibri" panose="020F05020202040302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76"/>
          <p:cNvSpPr/>
          <p:nvPr/>
        </p:nvSpPr>
        <p:spPr>
          <a:xfrm>
            <a:off x="4833600" y="2762885"/>
            <a:ext cx="6907450" cy="2792901"/>
          </a:xfrm>
          <a:custGeom>
            <a:avLst/>
            <a:gdLst/>
            <a:ahLst/>
            <a:cxnLst/>
            <a:rect l="l" t="t" r="r" b="b"/>
            <a:pathLst>
              <a:path w="276298" h="95443" extrusionOk="0">
                <a:moveTo>
                  <a:pt x="276298" y="0"/>
                </a:moveTo>
                <a:lnTo>
                  <a:pt x="272833" y="2341"/>
                </a:lnTo>
                <a:lnTo>
                  <a:pt x="266054" y="6596"/>
                </a:lnTo>
                <a:lnTo>
                  <a:pt x="255051" y="12250"/>
                </a:lnTo>
                <a:lnTo>
                  <a:pt x="246145" y="18207"/>
                </a:lnTo>
                <a:lnTo>
                  <a:pt x="235628" y="16961"/>
                </a:lnTo>
                <a:lnTo>
                  <a:pt x="226783" y="18450"/>
                </a:lnTo>
                <a:lnTo>
                  <a:pt x="219579" y="24712"/>
                </a:lnTo>
                <a:lnTo>
                  <a:pt x="200369" y="35502"/>
                </a:lnTo>
                <a:lnTo>
                  <a:pt x="178454" y="35715"/>
                </a:lnTo>
                <a:lnTo>
                  <a:pt x="170429" y="34469"/>
                </a:lnTo>
                <a:lnTo>
                  <a:pt x="155384" y="25381"/>
                </a:lnTo>
                <a:lnTo>
                  <a:pt x="144411" y="24165"/>
                </a:lnTo>
                <a:lnTo>
                  <a:pt x="133620" y="17569"/>
                </a:lnTo>
                <a:lnTo>
                  <a:pt x="125292" y="19271"/>
                </a:lnTo>
                <a:lnTo>
                  <a:pt x="117875" y="23344"/>
                </a:lnTo>
                <a:lnTo>
                  <a:pt x="93802" y="40123"/>
                </a:lnTo>
                <a:lnTo>
                  <a:pt x="62160" y="47995"/>
                </a:lnTo>
                <a:lnTo>
                  <a:pt x="51218" y="54652"/>
                </a:lnTo>
                <a:lnTo>
                  <a:pt x="38786" y="56202"/>
                </a:lnTo>
                <a:lnTo>
                  <a:pt x="26202" y="60305"/>
                </a:lnTo>
                <a:lnTo>
                  <a:pt x="7053" y="73801"/>
                </a:lnTo>
                <a:lnTo>
                  <a:pt x="1" y="76050"/>
                </a:lnTo>
                <a:lnTo>
                  <a:pt x="1" y="91035"/>
                </a:lnTo>
                <a:lnTo>
                  <a:pt x="126052" y="88603"/>
                </a:lnTo>
                <a:lnTo>
                  <a:pt x="255325" y="95199"/>
                </a:lnTo>
                <a:lnTo>
                  <a:pt x="276298" y="9544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8" name="Google Shape;938;p76"/>
          <p:cNvSpPr/>
          <p:nvPr/>
        </p:nvSpPr>
        <p:spPr>
          <a:xfrm flipH="1">
            <a:off x="267841" y="116444"/>
            <a:ext cx="2075541" cy="370443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6" name="Google Shape;936;p76"/>
          <p:cNvSpPr/>
          <p:nvPr/>
        </p:nvSpPr>
        <p:spPr>
          <a:xfrm>
            <a:off x="54032" y="4301030"/>
            <a:ext cx="9440529" cy="1927628"/>
          </a:xfrm>
          <a:custGeom>
            <a:avLst/>
            <a:gdLst/>
            <a:ahLst/>
            <a:cxnLst/>
            <a:rect l="l" t="t" r="r" b="b"/>
            <a:pathLst>
              <a:path w="286663" h="72372" extrusionOk="0">
                <a:moveTo>
                  <a:pt x="286480" y="16262"/>
                </a:moveTo>
                <a:lnTo>
                  <a:pt x="286450" y="16262"/>
                </a:lnTo>
                <a:lnTo>
                  <a:pt x="286450" y="15684"/>
                </a:lnTo>
                <a:cubicBezTo>
                  <a:pt x="286450" y="15015"/>
                  <a:pt x="286663" y="14256"/>
                  <a:pt x="286146" y="13708"/>
                </a:cubicBezTo>
                <a:cubicBezTo>
                  <a:pt x="285113" y="12736"/>
                  <a:pt x="284930" y="11398"/>
                  <a:pt x="284930" y="10000"/>
                </a:cubicBezTo>
                <a:cubicBezTo>
                  <a:pt x="284930" y="9331"/>
                  <a:pt x="284930" y="8693"/>
                  <a:pt x="284049" y="8541"/>
                </a:cubicBezTo>
                <a:cubicBezTo>
                  <a:pt x="283106" y="10061"/>
                  <a:pt x="283410" y="11915"/>
                  <a:pt x="282711" y="13617"/>
                </a:cubicBezTo>
                <a:cubicBezTo>
                  <a:pt x="281982" y="11854"/>
                  <a:pt x="281587" y="9970"/>
                  <a:pt x="281191" y="8085"/>
                </a:cubicBezTo>
                <a:cubicBezTo>
                  <a:pt x="281131" y="7599"/>
                  <a:pt x="281070" y="7143"/>
                  <a:pt x="280432" y="6991"/>
                </a:cubicBezTo>
                <a:cubicBezTo>
                  <a:pt x="280401" y="5137"/>
                  <a:pt x="280401" y="3313"/>
                  <a:pt x="280371" y="1429"/>
                </a:cubicBezTo>
                <a:cubicBezTo>
                  <a:pt x="280371" y="912"/>
                  <a:pt x="280675" y="0"/>
                  <a:pt x="279459" y="243"/>
                </a:cubicBezTo>
                <a:cubicBezTo>
                  <a:pt x="278486" y="3435"/>
                  <a:pt x="278334" y="6839"/>
                  <a:pt x="277210" y="10122"/>
                </a:cubicBezTo>
                <a:cubicBezTo>
                  <a:pt x="275811" y="7508"/>
                  <a:pt x="275720" y="4407"/>
                  <a:pt x="275264" y="1398"/>
                </a:cubicBezTo>
                <a:cubicBezTo>
                  <a:pt x="274018" y="1672"/>
                  <a:pt x="274322" y="2523"/>
                  <a:pt x="274322" y="3222"/>
                </a:cubicBezTo>
                <a:lnTo>
                  <a:pt x="274322" y="8450"/>
                </a:lnTo>
                <a:cubicBezTo>
                  <a:pt x="274200" y="7660"/>
                  <a:pt x="274018" y="6869"/>
                  <a:pt x="273684" y="6140"/>
                </a:cubicBezTo>
                <a:cubicBezTo>
                  <a:pt x="272559" y="8876"/>
                  <a:pt x="272711" y="11885"/>
                  <a:pt x="271586" y="14590"/>
                </a:cubicBezTo>
                <a:cubicBezTo>
                  <a:pt x="271282" y="13070"/>
                  <a:pt x="271100" y="11490"/>
                  <a:pt x="270887" y="9909"/>
                </a:cubicBezTo>
                <a:cubicBezTo>
                  <a:pt x="270036" y="11155"/>
                  <a:pt x="269915" y="12523"/>
                  <a:pt x="269641" y="13891"/>
                </a:cubicBezTo>
                <a:cubicBezTo>
                  <a:pt x="269611" y="12979"/>
                  <a:pt x="269520" y="12067"/>
                  <a:pt x="268881" y="11307"/>
                </a:cubicBezTo>
                <a:cubicBezTo>
                  <a:pt x="268395" y="12097"/>
                  <a:pt x="268091" y="12949"/>
                  <a:pt x="267817" y="13739"/>
                </a:cubicBezTo>
                <a:cubicBezTo>
                  <a:pt x="267605" y="12949"/>
                  <a:pt x="267361" y="12189"/>
                  <a:pt x="266723" y="11611"/>
                </a:cubicBezTo>
                <a:cubicBezTo>
                  <a:pt x="265629" y="12766"/>
                  <a:pt x="266024" y="14316"/>
                  <a:pt x="265082" y="15411"/>
                </a:cubicBezTo>
                <a:cubicBezTo>
                  <a:pt x="265021" y="14894"/>
                  <a:pt x="264869" y="14347"/>
                  <a:pt x="264413" y="13921"/>
                </a:cubicBezTo>
                <a:cubicBezTo>
                  <a:pt x="264322" y="14012"/>
                  <a:pt x="264261" y="14073"/>
                  <a:pt x="264200" y="14164"/>
                </a:cubicBezTo>
                <a:cubicBezTo>
                  <a:pt x="262984" y="11125"/>
                  <a:pt x="263258" y="7508"/>
                  <a:pt x="261890" y="4559"/>
                </a:cubicBezTo>
                <a:cubicBezTo>
                  <a:pt x="261221" y="6596"/>
                  <a:pt x="261161" y="8602"/>
                  <a:pt x="260826" y="10638"/>
                </a:cubicBezTo>
                <a:cubicBezTo>
                  <a:pt x="260766" y="7933"/>
                  <a:pt x="260644" y="5228"/>
                  <a:pt x="260066" y="2644"/>
                </a:cubicBezTo>
                <a:cubicBezTo>
                  <a:pt x="259398" y="4590"/>
                  <a:pt x="259185" y="6596"/>
                  <a:pt x="258972" y="8602"/>
                </a:cubicBezTo>
                <a:lnTo>
                  <a:pt x="258851" y="8511"/>
                </a:lnTo>
                <a:cubicBezTo>
                  <a:pt x="258273" y="10091"/>
                  <a:pt x="258364" y="11642"/>
                  <a:pt x="258273" y="13253"/>
                </a:cubicBezTo>
                <a:cubicBezTo>
                  <a:pt x="258091" y="14073"/>
                  <a:pt x="257817" y="14924"/>
                  <a:pt x="257483" y="15745"/>
                </a:cubicBezTo>
                <a:cubicBezTo>
                  <a:pt x="257057" y="15107"/>
                  <a:pt x="257027" y="14377"/>
                  <a:pt x="256753" y="13769"/>
                </a:cubicBezTo>
                <a:cubicBezTo>
                  <a:pt x="256541" y="12493"/>
                  <a:pt x="256267" y="11246"/>
                  <a:pt x="255477" y="10122"/>
                </a:cubicBezTo>
                <a:cubicBezTo>
                  <a:pt x="254382" y="11611"/>
                  <a:pt x="254626" y="13222"/>
                  <a:pt x="254322" y="14803"/>
                </a:cubicBezTo>
                <a:cubicBezTo>
                  <a:pt x="254170" y="14286"/>
                  <a:pt x="254018" y="13708"/>
                  <a:pt x="253835" y="13161"/>
                </a:cubicBezTo>
                <a:cubicBezTo>
                  <a:pt x="253683" y="12705"/>
                  <a:pt x="253714" y="12097"/>
                  <a:pt x="253015" y="12189"/>
                </a:cubicBezTo>
                <a:cubicBezTo>
                  <a:pt x="252589" y="12219"/>
                  <a:pt x="252346" y="12493"/>
                  <a:pt x="252194" y="12797"/>
                </a:cubicBezTo>
                <a:cubicBezTo>
                  <a:pt x="252042" y="12493"/>
                  <a:pt x="251829" y="12249"/>
                  <a:pt x="251404" y="12341"/>
                </a:cubicBezTo>
                <a:cubicBezTo>
                  <a:pt x="250735" y="12401"/>
                  <a:pt x="250735" y="13070"/>
                  <a:pt x="250583" y="13526"/>
                </a:cubicBezTo>
                <a:cubicBezTo>
                  <a:pt x="250370" y="14073"/>
                  <a:pt x="250218" y="14681"/>
                  <a:pt x="250066" y="15289"/>
                </a:cubicBezTo>
                <a:cubicBezTo>
                  <a:pt x="249762" y="13769"/>
                  <a:pt x="250066" y="12067"/>
                  <a:pt x="248942" y="10790"/>
                </a:cubicBezTo>
                <a:cubicBezTo>
                  <a:pt x="248182" y="12037"/>
                  <a:pt x="247908" y="13374"/>
                  <a:pt x="247695" y="14742"/>
                </a:cubicBezTo>
                <a:cubicBezTo>
                  <a:pt x="247452" y="15380"/>
                  <a:pt x="247391" y="16110"/>
                  <a:pt x="246996" y="16900"/>
                </a:cubicBezTo>
                <a:cubicBezTo>
                  <a:pt x="246632" y="16110"/>
                  <a:pt x="246358" y="15259"/>
                  <a:pt x="246176" y="14438"/>
                </a:cubicBezTo>
                <a:cubicBezTo>
                  <a:pt x="246084" y="12857"/>
                  <a:pt x="246176" y="11307"/>
                  <a:pt x="245598" y="9879"/>
                </a:cubicBezTo>
                <a:lnTo>
                  <a:pt x="245477" y="9970"/>
                </a:lnTo>
                <a:cubicBezTo>
                  <a:pt x="245264" y="7994"/>
                  <a:pt x="245051" y="6079"/>
                  <a:pt x="244382" y="4286"/>
                </a:cubicBezTo>
                <a:cubicBezTo>
                  <a:pt x="243805" y="6991"/>
                  <a:pt x="243683" y="9666"/>
                  <a:pt x="243622" y="12401"/>
                </a:cubicBezTo>
                <a:cubicBezTo>
                  <a:pt x="243227" y="10487"/>
                  <a:pt x="243197" y="8420"/>
                  <a:pt x="242528" y="6535"/>
                </a:cubicBezTo>
                <a:cubicBezTo>
                  <a:pt x="241100" y="9787"/>
                  <a:pt x="241403" y="13313"/>
                  <a:pt x="240188" y="16596"/>
                </a:cubicBezTo>
                <a:cubicBezTo>
                  <a:pt x="240157" y="16505"/>
                  <a:pt x="240096" y="16444"/>
                  <a:pt x="240005" y="16414"/>
                </a:cubicBezTo>
                <a:cubicBezTo>
                  <a:pt x="239489" y="16870"/>
                  <a:pt x="239337" y="17417"/>
                  <a:pt x="239276" y="17994"/>
                </a:cubicBezTo>
                <a:cubicBezTo>
                  <a:pt x="238303" y="17082"/>
                  <a:pt x="238789" y="15411"/>
                  <a:pt x="237604" y="14529"/>
                </a:cubicBezTo>
                <a:cubicBezTo>
                  <a:pt x="237057" y="15259"/>
                  <a:pt x="236783" y="16049"/>
                  <a:pt x="236540" y="16900"/>
                </a:cubicBezTo>
                <a:cubicBezTo>
                  <a:pt x="236297" y="16140"/>
                  <a:pt x="235993" y="15380"/>
                  <a:pt x="235476" y="14681"/>
                </a:cubicBezTo>
                <a:cubicBezTo>
                  <a:pt x="234838" y="15563"/>
                  <a:pt x="234777" y="16505"/>
                  <a:pt x="234716" y="17417"/>
                </a:cubicBezTo>
                <a:cubicBezTo>
                  <a:pt x="234504" y="16140"/>
                  <a:pt x="234412" y="14772"/>
                  <a:pt x="233592" y="13708"/>
                </a:cubicBezTo>
                <a:cubicBezTo>
                  <a:pt x="233288" y="15289"/>
                  <a:pt x="233045" y="16870"/>
                  <a:pt x="232802" y="18450"/>
                </a:cubicBezTo>
                <a:cubicBezTo>
                  <a:pt x="231646" y="15988"/>
                  <a:pt x="231768" y="13009"/>
                  <a:pt x="230704" y="10487"/>
                </a:cubicBezTo>
                <a:cubicBezTo>
                  <a:pt x="230370" y="11338"/>
                  <a:pt x="230157" y="12219"/>
                  <a:pt x="230066" y="13131"/>
                </a:cubicBezTo>
                <a:lnTo>
                  <a:pt x="230066" y="7660"/>
                </a:lnTo>
                <a:cubicBezTo>
                  <a:pt x="230066" y="7021"/>
                  <a:pt x="230370" y="6018"/>
                  <a:pt x="229063" y="6018"/>
                </a:cubicBezTo>
                <a:cubicBezTo>
                  <a:pt x="228607" y="9119"/>
                  <a:pt x="228577" y="12249"/>
                  <a:pt x="227118" y="15198"/>
                </a:cubicBezTo>
                <a:cubicBezTo>
                  <a:pt x="225993" y="12067"/>
                  <a:pt x="225902" y="8572"/>
                  <a:pt x="224382" y="5684"/>
                </a:cubicBezTo>
                <a:cubicBezTo>
                  <a:pt x="224078" y="7994"/>
                  <a:pt x="224078" y="10274"/>
                  <a:pt x="224017" y="12553"/>
                </a:cubicBezTo>
                <a:cubicBezTo>
                  <a:pt x="223987" y="12493"/>
                  <a:pt x="223896" y="12462"/>
                  <a:pt x="223835" y="12371"/>
                </a:cubicBezTo>
                <a:cubicBezTo>
                  <a:pt x="222680" y="14286"/>
                  <a:pt x="223105" y="16414"/>
                  <a:pt x="221950" y="18116"/>
                </a:cubicBezTo>
                <a:cubicBezTo>
                  <a:pt x="220826" y="15532"/>
                  <a:pt x="221950" y="12614"/>
                  <a:pt x="221342" y="9909"/>
                </a:cubicBezTo>
                <a:cubicBezTo>
                  <a:pt x="220370" y="10365"/>
                  <a:pt x="220218" y="10882"/>
                  <a:pt x="220096" y="11459"/>
                </a:cubicBezTo>
                <a:cubicBezTo>
                  <a:pt x="219640" y="13708"/>
                  <a:pt x="219123" y="15988"/>
                  <a:pt x="218667" y="18237"/>
                </a:cubicBezTo>
                <a:cubicBezTo>
                  <a:pt x="218516" y="19058"/>
                  <a:pt x="218546" y="19909"/>
                  <a:pt x="217512" y="20092"/>
                </a:cubicBezTo>
                <a:cubicBezTo>
                  <a:pt x="216692" y="19149"/>
                  <a:pt x="216935" y="17477"/>
                  <a:pt x="215993" y="16505"/>
                </a:cubicBezTo>
                <a:cubicBezTo>
                  <a:pt x="215719" y="16718"/>
                  <a:pt x="215537" y="16900"/>
                  <a:pt x="215415" y="17113"/>
                </a:cubicBezTo>
                <a:cubicBezTo>
                  <a:pt x="215354" y="16930"/>
                  <a:pt x="215172" y="16778"/>
                  <a:pt x="214777" y="16748"/>
                </a:cubicBezTo>
                <a:cubicBezTo>
                  <a:pt x="213561" y="17690"/>
                  <a:pt x="214351" y="19392"/>
                  <a:pt x="213257" y="20395"/>
                </a:cubicBezTo>
                <a:cubicBezTo>
                  <a:pt x="213196" y="20274"/>
                  <a:pt x="213075" y="20213"/>
                  <a:pt x="212983" y="20092"/>
                </a:cubicBezTo>
                <a:cubicBezTo>
                  <a:pt x="212072" y="19180"/>
                  <a:pt x="212011" y="17781"/>
                  <a:pt x="211312" y="16626"/>
                </a:cubicBezTo>
                <a:cubicBezTo>
                  <a:pt x="211312" y="16170"/>
                  <a:pt x="211251" y="15745"/>
                  <a:pt x="210765" y="15654"/>
                </a:cubicBezTo>
                <a:cubicBezTo>
                  <a:pt x="209853" y="15441"/>
                  <a:pt x="209701" y="16444"/>
                  <a:pt x="209336" y="17022"/>
                </a:cubicBezTo>
                <a:cubicBezTo>
                  <a:pt x="209032" y="17538"/>
                  <a:pt x="208819" y="18146"/>
                  <a:pt x="208515" y="18724"/>
                </a:cubicBezTo>
                <a:lnTo>
                  <a:pt x="208363" y="18724"/>
                </a:lnTo>
                <a:cubicBezTo>
                  <a:pt x="208272" y="18541"/>
                  <a:pt x="208211" y="18298"/>
                  <a:pt x="208181" y="18116"/>
                </a:cubicBezTo>
                <a:lnTo>
                  <a:pt x="208181" y="12219"/>
                </a:lnTo>
                <a:cubicBezTo>
                  <a:pt x="206844" y="12493"/>
                  <a:pt x="206965" y="13465"/>
                  <a:pt x="206752" y="14073"/>
                </a:cubicBezTo>
                <a:cubicBezTo>
                  <a:pt x="206661" y="14499"/>
                  <a:pt x="206570" y="14924"/>
                  <a:pt x="206448" y="15350"/>
                </a:cubicBezTo>
                <a:cubicBezTo>
                  <a:pt x="205537" y="16596"/>
                  <a:pt x="205749" y="17964"/>
                  <a:pt x="204716" y="19180"/>
                </a:cubicBezTo>
                <a:cubicBezTo>
                  <a:pt x="204382" y="17326"/>
                  <a:pt x="204078" y="15684"/>
                  <a:pt x="203774" y="14043"/>
                </a:cubicBezTo>
                <a:cubicBezTo>
                  <a:pt x="202619" y="14377"/>
                  <a:pt x="202558" y="15107"/>
                  <a:pt x="202558" y="15806"/>
                </a:cubicBezTo>
                <a:cubicBezTo>
                  <a:pt x="202558" y="16474"/>
                  <a:pt x="202193" y="17022"/>
                  <a:pt x="201859" y="17812"/>
                </a:cubicBezTo>
                <a:cubicBezTo>
                  <a:pt x="201798" y="17690"/>
                  <a:pt x="201707" y="17569"/>
                  <a:pt x="201646" y="17417"/>
                </a:cubicBezTo>
                <a:cubicBezTo>
                  <a:pt x="201646" y="16049"/>
                  <a:pt x="201707" y="14681"/>
                  <a:pt x="201676" y="13313"/>
                </a:cubicBezTo>
                <a:cubicBezTo>
                  <a:pt x="201646" y="12675"/>
                  <a:pt x="201950" y="11885"/>
                  <a:pt x="200977" y="11702"/>
                </a:cubicBezTo>
                <a:cubicBezTo>
                  <a:pt x="200643" y="11915"/>
                  <a:pt x="200460" y="12219"/>
                  <a:pt x="200339" y="12553"/>
                </a:cubicBezTo>
                <a:cubicBezTo>
                  <a:pt x="200157" y="11550"/>
                  <a:pt x="199853" y="10547"/>
                  <a:pt x="199275" y="9666"/>
                </a:cubicBezTo>
                <a:cubicBezTo>
                  <a:pt x="198059" y="10335"/>
                  <a:pt x="198363" y="11246"/>
                  <a:pt x="198363" y="12006"/>
                </a:cubicBezTo>
                <a:cubicBezTo>
                  <a:pt x="198302" y="15046"/>
                  <a:pt x="198637" y="18025"/>
                  <a:pt x="197634" y="21064"/>
                </a:cubicBezTo>
                <a:cubicBezTo>
                  <a:pt x="197482" y="21581"/>
                  <a:pt x="197330" y="22067"/>
                  <a:pt x="197117" y="22523"/>
                </a:cubicBezTo>
                <a:cubicBezTo>
                  <a:pt x="196813" y="23253"/>
                  <a:pt x="196205" y="23709"/>
                  <a:pt x="195476" y="23769"/>
                </a:cubicBezTo>
                <a:cubicBezTo>
                  <a:pt x="195172" y="23800"/>
                  <a:pt x="194898" y="23709"/>
                  <a:pt x="194716" y="23557"/>
                </a:cubicBezTo>
                <a:cubicBezTo>
                  <a:pt x="194594" y="23283"/>
                  <a:pt x="194564" y="22979"/>
                  <a:pt x="194533" y="22675"/>
                </a:cubicBezTo>
                <a:cubicBezTo>
                  <a:pt x="194412" y="21581"/>
                  <a:pt x="193956" y="20547"/>
                  <a:pt x="194199" y="19332"/>
                </a:cubicBezTo>
                <a:cubicBezTo>
                  <a:pt x="194381" y="18389"/>
                  <a:pt x="194868" y="17265"/>
                  <a:pt x="193773" y="16292"/>
                </a:cubicBezTo>
                <a:cubicBezTo>
                  <a:pt x="193378" y="17234"/>
                  <a:pt x="193165" y="18237"/>
                  <a:pt x="192922" y="19149"/>
                </a:cubicBezTo>
                <a:cubicBezTo>
                  <a:pt x="192770" y="18572"/>
                  <a:pt x="192618" y="17994"/>
                  <a:pt x="192558" y="17417"/>
                </a:cubicBezTo>
                <a:cubicBezTo>
                  <a:pt x="192466" y="16930"/>
                  <a:pt x="192527" y="16414"/>
                  <a:pt x="191707" y="16292"/>
                </a:cubicBezTo>
                <a:cubicBezTo>
                  <a:pt x="191099" y="17569"/>
                  <a:pt x="191676" y="18876"/>
                  <a:pt x="191372" y="20122"/>
                </a:cubicBezTo>
                <a:cubicBezTo>
                  <a:pt x="191159" y="21155"/>
                  <a:pt x="191007" y="22219"/>
                  <a:pt x="190460" y="23192"/>
                </a:cubicBezTo>
                <a:cubicBezTo>
                  <a:pt x="189092" y="21976"/>
                  <a:pt x="190004" y="19605"/>
                  <a:pt x="188758" y="18329"/>
                </a:cubicBezTo>
                <a:cubicBezTo>
                  <a:pt x="188211" y="18845"/>
                  <a:pt x="187877" y="19392"/>
                  <a:pt x="187694" y="19970"/>
                </a:cubicBezTo>
                <a:cubicBezTo>
                  <a:pt x="187512" y="19636"/>
                  <a:pt x="187299" y="19332"/>
                  <a:pt x="187086" y="19028"/>
                </a:cubicBezTo>
                <a:cubicBezTo>
                  <a:pt x="186144" y="20426"/>
                  <a:pt x="186691" y="21824"/>
                  <a:pt x="185779" y="22949"/>
                </a:cubicBezTo>
                <a:cubicBezTo>
                  <a:pt x="184564" y="20730"/>
                  <a:pt x="186023" y="17690"/>
                  <a:pt x="184351" y="15380"/>
                </a:cubicBezTo>
                <a:cubicBezTo>
                  <a:pt x="182740" y="18116"/>
                  <a:pt x="183196" y="20973"/>
                  <a:pt x="181646" y="23344"/>
                </a:cubicBezTo>
                <a:cubicBezTo>
                  <a:pt x="181281" y="22949"/>
                  <a:pt x="181007" y="22493"/>
                  <a:pt x="180825" y="22037"/>
                </a:cubicBezTo>
                <a:cubicBezTo>
                  <a:pt x="180582" y="20669"/>
                  <a:pt x="181068" y="19058"/>
                  <a:pt x="179791" y="18085"/>
                </a:cubicBezTo>
                <a:lnTo>
                  <a:pt x="179791" y="18116"/>
                </a:lnTo>
                <a:lnTo>
                  <a:pt x="179791" y="18085"/>
                </a:lnTo>
                <a:cubicBezTo>
                  <a:pt x="179305" y="16140"/>
                  <a:pt x="179001" y="14134"/>
                  <a:pt x="178545" y="11733"/>
                </a:cubicBezTo>
                <a:cubicBezTo>
                  <a:pt x="177390" y="13009"/>
                  <a:pt x="177390" y="13982"/>
                  <a:pt x="177390" y="14894"/>
                </a:cubicBezTo>
                <a:cubicBezTo>
                  <a:pt x="177390" y="17751"/>
                  <a:pt x="177390" y="20578"/>
                  <a:pt x="177360" y="23435"/>
                </a:cubicBezTo>
                <a:cubicBezTo>
                  <a:pt x="177360" y="24651"/>
                  <a:pt x="177208" y="25897"/>
                  <a:pt x="176053" y="26870"/>
                </a:cubicBezTo>
                <a:cubicBezTo>
                  <a:pt x="174138" y="24681"/>
                  <a:pt x="175232" y="21551"/>
                  <a:pt x="174077" y="19028"/>
                </a:cubicBezTo>
                <a:cubicBezTo>
                  <a:pt x="172527" y="20517"/>
                  <a:pt x="172831" y="22523"/>
                  <a:pt x="171098" y="23709"/>
                </a:cubicBezTo>
                <a:cubicBezTo>
                  <a:pt x="169670" y="19848"/>
                  <a:pt x="169366" y="15867"/>
                  <a:pt x="169214" y="11307"/>
                </a:cubicBezTo>
                <a:cubicBezTo>
                  <a:pt x="166752" y="15076"/>
                  <a:pt x="167238" y="19301"/>
                  <a:pt x="165384" y="22706"/>
                </a:cubicBezTo>
                <a:cubicBezTo>
                  <a:pt x="164928" y="21186"/>
                  <a:pt x="164594" y="19605"/>
                  <a:pt x="163651" y="18146"/>
                </a:cubicBezTo>
                <a:cubicBezTo>
                  <a:pt x="162800" y="19666"/>
                  <a:pt x="162952" y="21216"/>
                  <a:pt x="162891" y="22706"/>
                </a:cubicBezTo>
                <a:cubicBezTo>
                  <a:pt x="162466" y="21611"/>
                  <a:pt x="162618" y="20274"/>
                  <a:pt x="162223" y="19210"/>
                </a:cubicBezTo>
                <a:cubicBezTo>
                  <a:pt x="161311" y="19210"/>
                  <a:pt x="161311" y="19788"/>
                  <a:pt x="161311" y="20274"/>
                </a:cubicBezTo>
                <a:cubicBezTo>
                  <a:pt x="161280" y="21034"/>
                  <a:pt x="161372" y="21763"/>
                  <a:pt x="161007" y="22554"/>
                </a:cubicBezTo>
                <a:cubicBezTo>
                  <a:pt x="160855" y="22949"/>
                  <a:pt x="160855" y="23405"/>
                  <a:pt x="160764" y="23739"/>
                </a:cubicBezTo>
                <a:cubicBezTo>
                  <a:pt x="159609" y="20730"/>
                  <a:pt x="159122" y="17477"/>
                  <a:pt x="157511" y="14651"/>
                </a:cubicBezTo>
                <a:cubicBezTo>
                  <a:pt x="157207" y="16626"/>
                  <a:pt x="157268" y="18602"/>
                  <a:pt x="157207" y="20578"/>
                </a:cubicBezTo>
                <a:cubicBezTo>
                  <a:pt x="155992" y="22006"/>
                  <a:pt x="156083" y="23891"/>
                  <a:pt x="155080" y="25380"/>
                </a:cubicBezTo>
                <a:cubicBezTo>
                  <a:pt x="154320" y="24013"/>
                  <a:pt x="154715" y="22341"/>
                  <a:pt x="154107" y="20578"/>
                </a:cubicBezTo>
                <a:cubicBezTo>
                  <a:pt x="153104" y="22067"/>
                  <a:pt x="153165" y="23465"/>
                  <a:pt x="152770" y="24742"/>
                </a:cubicBezTo>
                <a:cubicBezTo>
                  <a:pt x="152344" y="23739"/>
                  <a:pt x="152010" y="22675"/>
                  <a:pt x="151402" y="21733"/>
                </a:cubicBezTo>
                <a:cubicBezTo>
                  <a:pt x="150125" y="23739"/>
                  <a:pt x="151402" y="25502"/>
                  <a:pt x="150460" y="27204"/>
                </a:cubicBezTo>
                <a:cubicBezTo>
                  <a:pt x="149608" y="26870"/>
                  <a:pt x="149608" y="25836"/>
                  <a:pt x="149092" y="25198"/>
                </a:cubicBezTo>
                <a:cubicBezTo>
                  <a:pt x="148849" y="23101"/>
                  <a:pt x="148697" y="21034"/>
                  <a:pt x="148089" y="19119"/>
                </a:cubicBezTo>
                <a:cubicBezTo>
                  <a:pt x="147025" y="21702"/>
                  <a:pt x="147116" y="24468"/>
                  <a:pt x="145809" y="26870"/>
                </a:cubicBezTo>
                <a:cubicBezTo>
                  <a:pt x="145748" y="26657"/>
                  <a:pt x="145718" y="26444"/>
                  <a:pt x="145596" y="26231"/>
                </a:cubicBezTo>
                <a:cubicBezTo>
                  <a:pt x="145414" y="25867"/>
                  <a:pt x="145323" y="25380"/>
                  <a:pt x="144745" y="25441"/>
                </a:cubicBezTo>
                <a:cubicBezTo>
                  <a:pt x="144228" y="25532"/>
                  <a:pt x="143955" y="25927"/>
                  <a:pt x="143894" y="26383"/>
                </a:cubicBezTo>
                <a:cubicBezTo>
                  <a:pt x="143803" y="26809"/>
                  <a:pt x="143651" y="27204"/>
                  <a:pt x="143438" y="27447"/>
                </a:cubicBezTo>
                <a:cubicBezTo>
                  <a:pt x="143195" y="27234"/>
                  <a:pt x="143043" y="26931"/>
                  <a:pt x="142982" y="26475"/>
                </a:cubicBezTo>
                <a:cubicBezTo>
                  <a:pt x="142891" y="26019"/>
                  <a:pt x="142617" y="25684"/>
                  <a:pt x="142101" y="25684"/>
                </a:cubicBezTo>
                <a:cubicBezTo>
                  <a:pt x="141523" y="25715"/>
                  <a:pt x="141402" y="26231"/>
                  <a:pt x="141250" y="26657"/>
                </a:cubicBezTo>
                <a:cubicBezTo>
                  <a:pt x="141189" y="26900"/>
                  <a:pt x="141098" y="27082"/>
                  <a:pt x="141037" y="27295"/>
                </a:cubicBezTo>
                <a:cubicBezTo>
                  <a:pt x="139730" y="25168"/>
                  <a:pt x="139821" y="22371"/>
                  <a:pt x="138757" y="20000"/>
                </a:cubicBezTo>
                <a:cubicBezTo>
                  <a:pt x="138149" y="22067"/>
                  <a:pt x="137997" y="24165"/>
                  <a:pt x="137754" y="26292"/>
                </a:cubicBezTo>
                <a:cubicBezTo>
                  <a:pt x="137268" y="26991"/>
                  <a:pt x="137237" y="28025"/>
                  <a:pt x="136386" y="28572"/>
                </a:cubicBezTo>
                <a:cubicBezTo>
                  <a:pt x="135444" y="27082"/>
                  <a:pt x="136751" y="25016"/>
                  <a:pt x="135444" y="23283"/>
                </a:cubicBezTo>
                <a:cubicBezTo>
                  <a:pt x="134867" y="24347"/>
                  <a:pt x="134502" y="25472"/>
                  <a:pt x="134076" y="26596"/>
                </a:cubicBezTo>
                <a:cubicBezTo>
                  <a:pt x="133742" y="25411"/>
                  <a:pt x="133742" y="23952"/>
                  <a:pt x="132739" y="22706"/>
                </a:cubicBezTo>
                <a:cubicBezTo>
                  <a:pt x="132101" y="24620"/>
                  <a:pt x="132496" y="26171"/>
                  <a:pt x="131766" y="27721"/>
                </a:cubicBezTo>
                <a:cubicBezTo>
                  <a:pt x="130733" y="26444"/>
                  <a:pt x="130824" y="24560"/>
                  <a:pt x="129638" y="23405"/>
                </a:cubicBezTo>
                <a:cubicBezTo>
                  <a:pt x="129608" y="21429"/>
                  <a:pt x="129638" y="19453"/>
                  <a:pt x="129335" y="17508"/>
                </a:cubicBezTo>
                <a:cubicBezTo>
                  <a:pt x="127724" y="20608"/>
                  <a:pt x="127237" y="24013"/>
                  <a:pt x="126113" y="27234"/>
                </a:cubicBezTo>
                <a:cubicBezTo>
                  <a:pt x="125991" y="26900"/>
                  <a:pt x="125991" y="26444"/>
                  <a:pt x="125839" y="26110"/>
                </a:cubicBezTo>
                <a:cubicBezTo>
                  <a:pt x="125535" y="25380"/>
                  <a:pt x="125596" y="24651"/>
                  <a:pt x="125535" y="23891"/>
                </a:cubicBezTo>
                <a:cubicBezTo>
                  <a:pt x="125505" y="23405"/>
                  <a:pt x="125535" y="22827"/>
                  <a:pt x="124623" y="23009"/>
                </a:cubicBezTo>
                <a:cubicBezTo>
                  <a:pt x="124289" y="24165"/>
                  <a:pt x="124380" y="25441"/>
                  <a:pt x="123985" y="26627"/>
                </a:cubicBezTo>
                <a:cubicBezTo>
                  <a:pt x="123924" y="25137"/>
                  <a:pt x="124076" y="23587"/>
                  <a:pt x="123225" y="22219"/>
                </a:cubicBezTo>
                <a:cubicBezTo>
                  <a:pt x="122252" y="23800"/>
                  <a:pt x="121918" y="25532"/>
                  <a:pt x="121462" y="27113"/>
                </a:cubicBezTo>
                <a:cubicBezTo>
                  <a:pt x="119608" y="24073"/>
                  <a:pt x="120094" y="19788"/>
                  <a:pt x="117632" y="16505"/>
                </a:cubicBezTo>
                <a:cubicBezTo>
                  <a:pt x="117480" y="21125"/>
                  <a:pt x="117207" y="25137"/>
                  <a:pt x="115778" y="29271"/>
                </a:cubicBezTo>
                <a:cubicBezTo>
                  <a:pt x="114015" y="28450"/>
                  <a:pt x="114349" y="26353"/>
                  <a:pt x="112769" y="25168"/>
                </a:cubicBezTo>
                <a:cubicBezTo>
                  <a:pt x="111583" y="27903"/>
                  <a:pt x="112738" y="30852"/>
                  <a:pt x="110793" y="33435"/>
                </a:cubicBezTo>
                <a:cubicBezTo>
                  <a:pt x="109608" y="32706"/>
                  <a:pt x="109486" y="31490"/>
                  <a:pt x="109486" y="30274"/>
                </a:cubicBezTo>
                <a:cubicBezTo>
                  <a:pt x="109456" y="27417"/>
                  <a:pt x="109486" y="24560"/>
                  <a:pt x="109456" y="21733"/>
                </a:cubicBezTo>
                <a:cubicBezTo>
                  <a:pt x="109456" y="20821"/>
                  <a:pt x="109456" y="19848"/>
                  <a:pt x="108331" y="18785"/>
                </a:cubicBezTo>
                <a:cubicBezTo>
                  <a:pt x="107875" y="21277"/>
                  <a:pt x="107571" y="23344"/>
                  <a:pt x="107054" y="25380"/>
                </a:cubicBezTo>
                <a:lnTo>
                  <a:pt x="107054" y="25411"/>
                </a:lnTo>
                <a:lnTo>
                  <a:pt x="107054" y="25411"/>
                </a:lnTo>
                <a:cubicBezTo>
                  <a:pt x="105747" y="26627"/>
                  <a:pt x="106264" y="28146"/>
                  <a:pt x="106051" y="29545"/>
                </a:cubicBezTo>
                <a:cubicBezTo>
                  <a:pt x="105808" y="30092"/>
                  <a:pt x="105535" y="30578"/>
                  <a:pt x="105200" y="31064"/>
                </a:cubicBezTo>
                <a:cubicBezTo>
                  <a:pt x="103650" y="28967"/>
                  <a:pt x="104106" y="26019"/>
                  <a:pt x="102495" y="23617"/>
                </a:cubicBezTo>
                <a:cubicBezTo>
                  <a:pt x="100823" y="26292"/>
                  <a:pt x="102313" y="29058"/>
                  <a:pt x="101067" y="31490"/>
                </a:cubicBezTo>
                <a:cubicBezTo>
                  <a:pt x="100155" y="30578"/>
                  <a:pt x="100732" y="29058"/>
                  <a:pt x="99760" y="27842"/>
                </a:cubicBezTo>
                <a:cubicBezTo>
                  <a:pt x="99547" y="28177"/>
                  <a:pt x="99304" y="28572"/>
                  <a:pt x="99152" y="28906"/>
                </a:cubicBezTo>
                <a:cubicBezTo>
                  <a:pt x="98939" y="28359"/>
                  <a:pt x="98635" y="27873"/>
                  <a:pt x="98088" y="27447"/>
                </a:cubicBezTo>
                <a:cubicBezTo>
                  <a:pt x="96842" y="28967"/>
                  <a:pt x="97753" y="31186"/>
                  <a:pt x="96386" y="32706"/>
                </a:cubicBezTo>
                <a:cubicBezTo>
                  <a:pt x="95869" y="31824"/>
                  <a:pt x="95747" y="30791"/>
                  <a:pt x="95474" y="29818"/>
                </a:cubicBezTo>
                <a:cubicBezTo>
                  <a:pt x="95170" y="28633"/>
                  <a:pt x="95778" y="27204"/>
                  <a:pt x="95139" y="26049"/>
                </a:cubicBezTo>
                <a:cubicBezTo>
                  <a:pt x="94349" y="26323"/>
                  <a:pt x="94379" y="26839"/>
                  <a:pt x="94288" y="27356"/>
                </a:cubicBezTo>
                <a:cubicBezTo>
                  <a:pt x="94227" y="27964"/>
                  <a:pt x="94076" y="28511"/>
                  <a:pt x="93924" y="29119"/>
                </a:cubicBezTo>
                <a:cubicBezTo>
                  <a:pt x="93680" y="28268"/>
                  <a:pt x="93468" y="27295"/>
                  <a:pt x="93072" y="26444"/>
                </a:cubicBezTo>
                <a:cubicBezTo>
                  <a:pt x="91978" y="27660"/>
                  <a:pt x="92525" y="28633"/>
                  <a:pt x="92677" y="29545"/>
                </a:cubicBezTo>
                <a:cubicBezTo>
                  <a:pt x="92890" y="30700"/>
                  <a:pt x="92465" y="31824"/>
                  <a:pt x="92313" y="32979"/>
                </a:cubicBezTo>
                <a:cubicBezTo>
                  <a:pt x="92282" y="33283"/>
                  <a:pt x="92221" y="33587"/>
                  <a:pt x="92130" y="33891"/>
                </a:cubicBezTo>
                <a:cubicBezTo>
                  <a:pt x="91948" y="34073"/>
                  <a:pt x="91705" y="34225"/>
                  <a:pt x="91370" y="34256"/>
                </a:cubicBezTo>
                <a:cubicBezTo>
                  <a:pt x="90641" y="34347"/>
                  <a:pt x="90033" y="33982"/>
                  <a:pt x="89729" y="33344"/>
                </a:cubicBezTo>
                <a:cubicBezTo>
                  <a:pt x="89547" y="32918"/>
                  <a:pt x="89395" y="32432"/>
                  <a:pt x="89212" y="31976"/>
                </a:cubicBezTo>
                <a:cubicBezTo>
                  <a:pt x="88179" y="29119"/>
                  <a:pt x="88574" y="26049"/>
                  <a:pt x="88483" y="23040"/>
                </a:cubicBezTo>
                <a:cubicBezTo>
                  <a:pt x="88452" y="22280"/>
                  <a:pt x="88756" y="21338"/>
                  <a:pt x="87571" y="20912"/>
                </a:cubicBezTo>
                <a:cubicBezTo>
                  <a:pt x="86993" y="21915"/>
                  <a:pt x="86689" y="22979"/>
                  <a:pt x="86507" y="24043"/>
                </a:cubicBezTo>
                <a:cubicBezTo>
                  <a:pt x="86385" y="23739"/>
                  <a:pt x="86233" y="23465"/>
                  <a:pt x="85869" y="23283"/>
                </a:cubicBezTo>
                <a:cubicBezTo>
                  <a:pt x="84926" y="23648"/>
                  <a:pt x="85170" y="24408"/>
                  <a:pt x="85170" y="25076"/>
                </a:cubicBezTo>
                <a:cubicBezTo>
                  <a:pt x="85109" y="26444"/>
                  <a:pt x="85230" y="27812"/>
                  <a:pt x="85230" y="29180"/>
                </a:cubicBezTo>
                <a:cubicBezTo>
                  <a:pt x="85139" y="29332"/>
                  <a:pt x="85078" y="29423"/>
                  <a:pt x="84987" y="29575"/>
                </a:cubicBezTo>
                <a:cubicBezTo>
                  <a:pt x="84653" y="28876"/>
                  <a:pt x="84318" y="28420"/>
                  <a:pt x="84318" y="27721"/>
                </a:cubicBezTo>
                <a:cubicBezTo>
                  <a:pt x="84318" y="27052"/>
                  <a:pt x="84227" y="26323"/>
                  <a:pt x="83103" y="26201"/>
                </a:cubicBezTo>
                <a:cubicBezTo>
                  <a:pt x="82799" y="27903"/>
                  <a:pt x="82495" y="29636"/>
                  <a:pt x="82130" y="31520"/>
                </a:cubicBezTo>
                <a:cubicBezTo>
                  <a:pt x="81127" y="30487"/>
                  <a:pt x="81340" y="29089"/>
                  <a:pt x="80397" y="28025"/>
                </a:cubicBezTo>
                <a:cubicBezTo>
                  <a:pt x="80276" y="27599"/>
                  <a:pt x="80215" y="27234"/>
                  <a:pt x="80093" y="26839"/>
                </a:cubicBezTo>
                <a:cubicBezTo>
                  <a:pt x="79942" y="26292"/>
                  <a:pt x="80002" y="25289"/>
                  <a:pt x="78695" y="25259"/>
                </a:cubicBezTo>
                <a:lnTo>
                  <a:pt x="78695" y="31156"/>
                </a:lnTo>
                <a:cubicBezTo>
                  <a:pt x="78604" y="31368"/>
                  <a:pt x="78574" y="31611"/>
                  <a:pt x="78483" y="31794"/>
                </a:cubicBezTo>
                <a:cubicBezTo>
                  <a:pt x="78452" y="31794"/>
                  <a:pt x="78422" y="31824"/>
                  <a:pt x="78331" y="31824"/>
                </a:cubicBezTo>
                <a:cubicBezTo>
                  <a:pt x="78087" y="31338"/>
                  <a:pt x="77844" y="30760"/>
                  <a:pt x="77510" y="30304"/>
                </a:cubicBezTo>
                <a:cubicBezTo>
                  <a:pt x="77175" y="29788"/>
                  <a:pt x="77024" y="28876"/>
                  <a:pt x="76112" y="29210"/>
                </a:cubicBezTo>
                <a:cubicBezTo>
                  <a:pt x="75595" y="29393"/>
                  <a:pt x="75534" y="29848"/>
                  <a:pt x="75534" y="30304"/>
                </a:cubicBezTo>
                <a:cubicBezTo>
                  <a:pt x="74835" y="31551"/>
                  <a:pt x="74805" y="33010"/>
                  <a:pt x="73862" y="34104"/>
                </a:cubicBezTo>
                <a:cubicBezTo>
                  <a:pt x="73771" y="34225"/>
                  <a:pt x="73680" y="34347"/>
                  <a:pt x="73589" y="34438"/>
                </a:cubicBezTo>
                <a:cubicBezTo>
                  <a:pt x="72495" y="33648"/>
                  <a:pt x="73285" y="31794"/>
                  <a:pt x="72069" y="31095"/>
                </a:cubicBezTo>
                <a:cubicBezTo>
                  <a:pt x="71735" y="31216"/>
                  <a:pt x="71552" y="31399"/>
                  <a:pt x="71431" y="31642"/>
                </a:cubicBezTo>
                <a:cubicBezTo>
                  <a:pt x="71309" y="31459"/>
                  <a:pt x="71127" y="31307"/>
                  <a:pt x="70853" y="31156"/>
                </a:cubicBezTo>
                <a:cubicBezTo>
                  <a:pt x="69941" y="32250"/>
                  <a:pt x="70184" y="33891"/>
                  <a:pt x="69333" y="34985"/>
                </a:cubicBezTo>
                <a:cubicBezTo>
                  <a:pt x="68361" y="35016"/>
                  <a:pt x="68361" y="34195"/>
                  <a:pt x="68209" y="33344"/>
                </a:cubicBezTo>
                <a:cubicBezTo>
                  <a:pt x="67783" y="31186"/>
                  <a:pt x="67206" y="29058"/>
                  <a:pt x="66750" y="26900"/>
                </a:cubicBezTo>
                <a:cubicBezTo>
                  <a:pt x="66628" y="26323"/>
                  <a:pt x="66476" y="25836"/>
                  <a:pt x="65504" y="25563"/>
                </a:cubicBezTo>
                <a:cubicBezTo>
                  <a:pt x="64896" y="28359"/>
                  <a:pt x="66020" y="31064"/>
                  <a:pt x="64896" y="33891"/>
                </a:cubicBezTo>
                <a:cubicBezTo>
                  <a:pt x="63741" y="32402"/>
                  <a:pt x="64166" y="30152"/>
                  <a:pt x="63041" y="28511"/>
                </a:cubicBezTo>
                <a:cubicBezTo>
                  <a:pt x="62950" y="28602"/>
                  <a:pt x="62920" y="28663"/>
                  <a:pt x="62829" y="28754"/>
                </a:cubicBezTo>
                <a:cubicBezTo>
                  <a:pt x="62738" y="26475"/>
                  <a:pt x="62768" y="24195"/>
                  <a:pt x="62464" y="21946"/>
                </a:cubicBezTo>
                <a:cubicBezTo>
                  <a:pt x="60975" y="25107"/>
                  <a:pt x="60853" y="28633"/>
                  <a:pt x="59728" y="31976"/>
                </a:cubicBezTo>
                <a:cubicBezTo>
                  <a:pt x="58269" y="29362"/>
                  <a:pt x="58239" y="26201"/>
                  <a:pt x="57783" y="23253"/>
                </a:cubicBezTo>
                <a:cubicBezTo>
                  <a:pt x="56537" y="23496"/>
                  <a:pt x="56841" y="24377"/>
                  <a:pt x="56810" y="25076"/>
                </a:cubicBezTo>
                <a:lnTo>
                  <a:pt x="56810" y="30548"/>
                </a:lnTo>
                <a:cubicBezTo>
                  <a:pt x="56689" y="29666"/>
                  <a:pt x="56537" y="28785"/>
                  <a:pt x="56142" y="27994"/>
                </a:cubicBezTo>
                <a:cubicBezTo>
                  <a:pt x="55139" y="30730"/>
                  <a:pt x="55199" y="33678"/>
                  <a:pt x="54075" y="36384"/>
                </a:cubicBezTo>
                <a:cubicBezTo>
                  <a:pt x="53801" y="34864"/>
                  <a:pt x="53558" y="33314"/>
                  <a:pt x="53254" y="31794"/>
                </a:cubicBezTo>
                <a:cubicBezTo>
                  <a:pt x="52403" y="33010"/>
                  <a:pt x="52342" y="34408"/>
                  <a:pt x="52129" y="35745"/>
                </a:cubicBezTo>
                <a:cubicBezTo>
                  <a:pt x="52099" y="34833"/>
                  <a:pt x="52008" y="33922"/>
                  <a:pt x="51370" y="33162"/>
                </a:cubicBezTo>
                <a:cubicBezTo>
                  <a:pt x="50883" y="33952"/>
                  <a:pt x="50579" y="34742"/>
                  <a:pt x="50306" y="35593"/>
                </a:cubicBezTo>
                <a:cubicBezTo>
                  <a:pt x="50063" y="34833"/>
                  <a:pt x="49819" y="34073"/>
                  <a:pt x="49242" y="33466"/>
                </a:cubicBezTo>
                <a:cubicBezTo>
                  <a:pt x="48056" y="34590"/>
                  <a:pt x="48543" y="36171"/>
                  <a:pt x="47570" y="37265"/>
                </a:cubicBezTo>
                <a:cubicBezTo>
                  <a:pt x="47540" y="36687"/>
                  <a:pt x="47327" y="36201"/>
                  <a:pt x="46841" y="35806"/>
                </a:cubicBezTo>
                <a:cubicBezTo>
                  <a:pt x="46780" y="35897"/>
                  <a:pt x="46719" y="35958"/>
                  <a:pt x="46658" y="36049"/>
                </a:cubicBezTo>
                <a:cubicBezTo>
                  <a:pt x="45442" y="33040"/>
                  <a:pt x="45746" y="29423"/>
                  <a:pt x="44348" y="26444"/>
                </a:cubicBezTo>
                <a:cubicBezTo>
                  <a:pt x="43649" y="28481"/>
                  <a:pt x="43619" y="30487"/>
                  <a:pt x="43223" y="32523"/>
                </a:cubicBezTo>
                <a:cubicBezTo>
                  <a:pt x="43163" y="29818"/>
                  <a:pt x="43041" y="27113"/>
                  <a:pt x="42464" y="24529"/>
                </a:cubicBezTo>
                <a:cubicBezTo>
                  <a:pt x="41795" y="26475"/>
                  <a:pt x="41613" y="28450"/>
                  <a:pt x="41369" y="30456"/>
                </a:cubicBezTo>
                <a:lnTo>
                  <a:pt x="41248" y="30335"/>
                </a:lnTo>
                <a:cubicBezTo>
                  <a:pt x="40701" y="31915"/>
                  <a:pt x="40761" y="33466"/>
                  <a:pt x="40701" y="35016"/>
                </a:cubicBezTo>
                <a:cubicBezTo>
                  <a:pt x="40488" y="35897"/>
                  <a:pt x="40245" y="36779"/>
                  <a:pt x="39850" y="37630"/>
                </a:cubicBezTo>
                <a:cubicBezTo>
                  <a:pt x="39515" y="36931"/>
                  <a:pt x="39424" y="36201"/>
                  <a:pt x="39181" y="35624"/>
                </a:cubicBezTo>
                <a:cubicBezTo>
                  <a:pt x="38938" y="34347"/>
                  <a:pt x="38664" y="33040"/>
                  <a:pt x="37904" y="31946"/>
                </a:cubicBezTo>
                <a:cubicBezTo>
                  <a:pt x="36780" y="33466"/>
                  <a:pt x="37084" y="35137"/>
                  <a:pt x="36780" y="36687"/>
                </a:cubicBezTo>
                <a:cubicBezTo>
                  <a:pt x="36628" y="36110"/>
                  <a:pt x="36445" y="35563"/>
                  <a:pt x="36293" y="35016"/>
                </a:cubicBezTo>
                <a:cubicBezTo>
                  <a:pt x="36141" y="34560"/>
                  <a:pt x="36172" y="33952"/>
                  <a:pt x="35442" y="33982"/>
                </a:cubicBezTo>
                <a:cubicBezTo>
                  <a:pt x="35017" y="34043"/>
                  <a:pt x="34804" y="34286"/>
                  <a:pt x="34652" y="34590"/>
                </a:cubicBezTo>
                <a:cubicBezTo>
                  <a:pt x="34500" y="34347"/>
                  <a:pt x="34318" y="34104"/>
                  <a:pt x="33862" y="34134"/>
                </a:cubicBezTo>
                <a:cubicBezTo>
                  <a:pt x="33163" y="34225"/>
                  <a:pt x="33163" y="34864"/>
                  <a:pt x="33011" y="35320"/>
                </a:cubicBezTo>
                <a:cubicBezTo>
                  <a:pt x="32828" y="35897"/>
                  <a:pt x="32676" y="36475"/>
                  <a:pt x="32524" y="37022"/>
                </a:cubicBezTo>
                <a:cubicBezTo>
                  <a:pt x="32220" y="35502"/>
                  <a:pt x="32494" y="33830"/>
                  <a:pt x="31369" y="32584"/>
                </a:cubicBezTo>
                <a:cubicBezTo>
                  <a:pt x="30579" y="33830"/>
                  <a:pt x="30305" y="35137"/>
                  <a:pt x="30093" y="36505"/>
                </a:cubicBezTo>
                <a:cubicBezTo>
                  <a:pt x="29819" y="37143"/>
                  <a:pt x="29819" y="37903"/>
                  <a:pt x="29363" y="38633"/>
                </a:cubicBezTo>
                <a:cubicBezTo>
                  <a:pt x="29029" y="37873"/>
                  <a:pt x="28755" y="37113"/>
                  <a:pt x="28573" y="36323"/>
                </a:cubicBezTo>
                <a:cubicBezTo>
                  <a:pt x="28482" y="34742"/>
                  <a:pt x="28573" y="33162"/>
                  <a:pt x="27995" y="31672"/>
                </a:cubicBezTo>
                <a:cubicBezTo>
                  <a:pt x="27965" y="31703"/>
                  <a:pt x="27934" y="31763"/>
                  <a:pt x="27874" y="31824"/>
                </a:cubicBezTo>
                <a:cubicBezTo>
                  <a:pt x="27661" y="29848"/>
                  <a:pt x="27479" y="27903"/>
                  <a:pt x="26779" y="26079"/>
                </a:cubicBezTo>
                <a:cubicBezTo>
                  <a:pt x="26202" y="28785"/>
                  <a:pt x="26111" y="31490"/>
                  <a:pt x="26020" y="34225"/>
                </a:cubicBezTo>
                <a:cubicBezTo>
                  <a:pt x="25655" y="32280"/>
                  <a:pt x="25594" y="30274"/>
                  <a:pt x="24956" y="28359"/>
                </a:cubicBezTo>
                <a:cubicBezTo>
                  <a:pt x="23557" y="31642"/>
                  <a:pt x="23861" y="35198"/>
                  <a:pt x="22646" y="38481"/>
                </a:cubicBezTo>
                <a:cubicBezTo>
                  <a:pt x="22554" y="38390"/>
                  <a:pt x="22524" y="38329"/>
                  <a:pt x="22463" y="38298"/>
                </a:cubicBezTo>
                <a:cubicBezTo>
                  <a:pt x="22007" y="38785"/>
                  <a:pt x="21795" y="39302"/>
                  <a:pt x="21764" y="39879"/>
                </a:cubicBezTo>
                <a:cubicBezTo>
                  <a:pt x="20822" y="38967"/>
                  <a:pt x="21247" y="37295"/>
                  <a:pt x="20123" y="36384"/>
                </a:cubicBezTo>
                <a:cubicBezTo>
                  <a:pt x="19484" y="37083"/>
                  <a:pt x="19272" y="37903"/>
                  <a:pt x="19029" y="38754"/>
                </a:cubicBezTo>
                <a:cubicBezTo>
                  <a:pt x="18755" y="37995"/>
                  <a:pt x="18451" y="37235"/>
                  <a:pt x="17965" y="36505"/>
                </a:cubicBezTo>
                <a:cubicBezTo>
                  <a:pt x="17296" y="37417"/>
                  <a:pt x="17235" y="38329"/>
                  <a:pt x="17205" y="39241"/>
                </a:cubicBezTo>
                <a:cubicBezTo>
                  <a:pt x="16931" y="37934"/>
                  <a:pt x="16840" y="36566"/>
                  <a:pt x="15959" y="35502"/>
                </a:cubicBezTo>
                <a:cubicBezTo>
                  <a:pt x="15776" y="37143"/>
                  <a:pt x="15563" y="38754"/>
                  <a:pt x="15259" y="40305"/>
                </a:cubicBezTo>
                <a:cubicBezTo>
                  <a:pt x="14104" y="37843"/>
                  <a:pt x="14287" y="34803"/>
                  <a:pt x="13193" y="32280"/>
                </a:cubicBezTo>
                <a:cubicBezTo>
                  <a:pt x="12828" y="33070"/>
                  <a:pt x="12645" y="33922"/>
                  <a:pt x="12524" y="34742"/>
                </a:cubicBezTo>
                <a:lnTo>
                  <a:pt x="12524" y="29514"/>
                </a:lnTo>
                <a:cubicBezTo>
                  <a:pt x="12524" y="28876"/>
                  <a:pt x="12828" y="27873"/>
                  <a:pt x="11582" y="27873"/>
                </a:cubicBezTo>
                <a:cubicBezTo>
                  <a:pt x="11126" y="30943"/>
                  <a:pt x="11065" y="34073"/>
                  <a:pt x="9636" y="36991"/>
                </a:cubicBezTo>
                <a:cubicBezTo>
                  <a:pt x="8512" y="33922"/>
                  <a:pt x="8390" y="30548"/>
                  <a:pt x="7417" y="27569"/>
                </a:cubicBezTo>
                <a:cubicBezTo>
                  <a:pt x="6202" y="27538"/>
                  <a:pt x="6536" y="28359"/>
                  <a:pt x="6505" y="28906"/>
                </a:cubicBezTo>
                <a:cubicBezTo>
                  <a:pt x="6445" y="30760"/>
                  <a:pt x="6505" y="32584"/>
                  <a:pt x="6414" y="34438"/>
                </a:cubicBezTo>
                <a:cubicBezTo>
                  <a:pt x="5776" y="34712"/>
                  <a:pt x="5746" y="35198"/>
                  <a:pt x="5654" y="35715"/>
                </a:cubicBezTo>
                <a:cubicBezTo>
                  <a:pt x="5290" y="37691"/>
                  <a:pt x="4864" y="39666"/>
                  <a:pt x="4135" y="41551"/>
                </a:cubicBezTo>
                <a:cubicBezTo>
                  <a:pt x="3466" y="40001"/>
                  <a:pt x="3770" y="38055"/>
                  <a:pt x="2797" y="36718"/>
                </a:cubicBezTo>
                <a:cubicBezTo>
                  <a:pt x="1885" y="37083"/>
                  <a:pt x="1946" y="37721"/>
                  <a:pt x="1946" y="38359"/>
                </a:cubicBezTo>
                <a:cubicBezTo>
                  <a:pt x="1946" y="39757"/>
                  <a:pt x="1551" y="45624"/>
                  <a:pt x="518" y="46809"/>
                </a:cubicBezTo>
                <a:cubicBezTo>
                  <a:pt x="1" y="47448"/>
                  <a:pt x="214" y="48177"/>
                  <a:pt x="214" y="48846"/>
                </a:cubicBezTo>
                <a:lnTo>
                  <a:pt x="214" y="49423"/>
                </a:lnTo>
                <a:lnTo>
                  <a:pt x="183" y="49423"/>
                </a:lnTo>
                <a:cubicBezTo>
                  <a:pt x="183" y="57934"/>
                  <a:pt x="366" y="63861"/>
                  <a:pt x="366" y="72372"/>
                </a:cubicBezTo>
                <a:lnTo>
                  <a:pt x="426" y="72372"/>
                </a:lnTo>
                <a:cubicBezTo>
                  <a:pt x="95626" y="62797"/>
                  <a:pt x="190855" y="60244"/>
                  <a:pt x="286055" y="50669"/>
                </a:cubicBezTo>
                <a:lnTo>
                  <a:pt x="286085" y="50669"/>
                </a:lnTo>
                <a:cubicBezTo>
                  <a:pt x="286511" y="42159"/>
                  <a:pt x="286480" y="24742"/>
                  <a:pt x="286480" y="16262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  <p:sp>
        <p:nvSpPr>
          <p:cNvPr id="934" name="Google Shape;934;p76"/>
          <p:cNvSpPr txBox="1"/>
          <p:nvPr>
            <p:ph type="body" idx="1"/>
          </p:nvPr>
        </p:nvSpPr>
        <p:spPr>
          <a:xfrm>
            <a:off x="711200" y="796290"/>
            <a:ext cx="7722235" cy="43472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ru-RU" altLang="en-GB" sz="2400">
                <a:latin typeface="Calibri" panose="020F0502020204030204" charset="0"/>
                <a:ea typeface="Playfair Display ExtraBold"/>
                <a:cs typeface="Calibri" panose="020F0502020204030204" charset="0"/>
                <a:sym typeface="Playfair Display ExtraBold"/>
              </a:rPr>
              <a:t>Основные</a:t>
            </a:r>
            <a:r>
              <a:rPr lang="en-GB" sz="2500">
                <a:latin typeface="Calibri" panose="020F0502020204030204" charset="0"/>
                <a:ea typeface="Playfair Display ExtraBold"/>
                <a:cs typeface="Calibri" panose="020F0502020204030204" charset="0"/>
                <a:sym typeface="Playfair Display ExtraBold"/>
              </a:rPr>
              <a:t>:</a:t>
            </a:r>
            <a:endParaRPr sz="2500">
              <a:latin typeface="Calibri" panose="020F0502020204030204" charset="0"/>
              <a:ea typeface="Playfair Display ExtraBold"/>
              <a:cs typeface="Calibri" panose="020F0502020204030204" charset="0"/>
              <a:sym typeface="Playfair Display ExtraBold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HTML —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разметка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структура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страниц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сайта</a:t>
            </a:r>
            <a:endParaRPr lang="en-US" altLang="en-US" sz="14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CSS —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стилизация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интерфейса</a:t>
            </a:r>
            <a:r>
              <a:rPr lang="ru-RU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, дизайн, анимации</a:t>
            </a:r>
            <a:endParaRPr lang="en-US" altLang="en-US" sz="14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JavaScript —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реализация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интерактивности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логики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приложения</a:t>
            </a:r>
            <a:endParaRPr lang="en-US" altLang="en-US" sz="14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LocalStorage —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хранение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данных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о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восхождениях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в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браузере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пользователя</a:t>
            </a:r>
            <a:endParaRPr sz="1400">
              <a:latin typeface="Calibri" panose="020F0502020204030204" charset="0"/>
              <a:cs typeface="Calibri" panose="020F0502020204030204" charset="0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ru-RU" altLang="en-GB" sz="2400">
                <a:latin typeface="Calibri" panose="020F0502020204030204" charset="0"/>
                <a:ea typeface="Playfair Display ExtraBold"/>
                <a:cs typeface="Calibri" panose="020F0502020204030204" charset="0"/>
                <a:sym typeface="Playfair Display ExtraBold"/>
              </a:rPr>
              <a:t>Библиотеки</a:t>
            </a:r>
            <a:r>
              <a:rPr lang="en-GB" sz="2500">
                <a:latin typeface="Calibri" panose="020F0502020204030204" charset="0"/>
                <a:ea typeface="Playfair Display ExtraBold"/>
                <a:cs typeface="Calibri" panose="020F0502020204030204" charset="0"/>
                <a:sym typeface="Playfair Display ExtraBold"/>
              </a:rPr>
              <a:t>:</a:t>
            </a:r>
            <a:endParaRPr sz="2500">
              <a:latin typeface="Calibri" panose="020F0502020204030204" charset="0"/>
              <a:ea typeface="Playfair Display ExtraBold"/>
              <a:cs typeface="Calibri" panose="020F0502020204030204" charset="0"/>
              <a:sym typeface="Playfair Display ExtraBold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ru-RU" sz="1400">
                <a:latin typeface="Calibri" panose="020F0502020204030204" charset="0"/>
                <a:cs typeface="Calibri" panose="020F0502020204030204" charset="0"/>
              </a:rPr>
              <a:t>Masonry.js — </a:t>
            </a:r>
            <a:r>
              <a:rPr lang="en-US" altLang="en-US" sz="1400">
                <a:latin typeface="Calibri" panose="020F0502020204030204" charset="0"/>
                <a:cs typeface="Calibri" panose="020F0502020204030204" charset="0"/>
              </a:rPr>
              <a:t>организация</a:t>
            </a:r>
            <a:r>
              <a:rPr lang="en-US" altLang="ru-RU" sz="14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latin typeface="Calibri" panose="020F0502020204030204" charset="0"/>
                <a:cs typeface="Calibri" panose="020F0502020204030204" charset="0"/>
              </a:rPr>
              <a:t>плиточной</a:t>
            </a:r>
            <a:r>
              <a:rPr lang="en-US" altLang="ru-RU" sz="1400">
                <a:latin typeface="Calibri" panose="020F0502020204030204" charset="0"/>
                <a:cs typeface="Calibri" panose="020F0502020204030204" charset="0"/>
              </a:rPr>
              <a:t> (Pinterest-</a:t>
            </a:r>
            <a:r>
              <a:rPr lang="en-US" altLang="en-US" sz="1400">
                <a:latin typeface="Calibri" panose="020F0502020204030204" charset="0"/>
                <a:cs typeface="Calibri" panose="020F0502020204030204" charset="0"/>
              </a:rPr>
              <a:t>стиль</a:t>
            </a:r>
            <a:r>
              <a:rPr lang="en-US" altLang="ru-RU" sz="1400">
                <a:latin typeface="Calibri" panose="020F0502020204030204" charset="0"/>
                <a:cs typeface="Calibri" panose="020F0502020204030204" charset="0"/>
              </a:rPr>
              <a:t>) </a:t>
            </a:r>
            <a:r>
              <a:rPr lang="en-US" altLang="en-US" sz="1400">
                <a:latin typeface="Calibri" panose="020F0502020204030204" charset="0"/>
                <a:cs typeface="Calibri" panose="020F0502020204030204" charset="0"/>
              </a:rPr>
              <a:t>сетки</a:t>
            </a:r>
            <a:r>
              <a:rPr lang="en-US" altLang="ru-RU" sz="14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latin typeface="Calibri" panose="020F0502020204030204" charset="0"/>
                <a:cs typeface="Calibri" panose="020F0502020204030204" charset="0"/>
              </a:rPr>
              <a:t>карточек</a:t>
            </a:r>
            <a:endParaRPr lang="en-US" altLang="en-US" sz="1400">
              <a:latin typeface="Calibri" panose="020F0502020204030204" charset="0"/>
              <a:cs typeface="Calibri" panose="020F0502020204030204" charset="0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ru-RU" altLang="en-GB" sz="2400">
                <a:latin typeface="Calibri" panose="020F0502020204030204" charset="0"/>
                <a:ea typeface="Playfair Display ExtraBold"/>
                <a:cs typeface="Calibri" panose="020F0502020204030204" charset="0"/>
                <a:sym typeface="Playfair Display ExtraBold"/>
              </a:rPr>
              <a:t>Дополнительно</a:t>
            </a:r>
            <a:r>
              <a:rPr lang="en-GB" sz="2800">
                <a:latin typeface="Calibri" panose="020F0502020204030204" charset="0"/>
                <a:ea typeface="Playfair Display ExtraBold"/>
                <a:cs typeface="Calibri" panose="020F0502020204030204" charset="0"/>
                <a:sym typeface="Playfair Display ExtraBold"/>
              </a:rPr>
              <a:t>:</a:t>
            </a:r>
            <a:endParaRPr sz="2800">
              <a:latin typeface="Calibri" panose="020F0502020204030204" charset="0"/>
              <a:ea typeface="Playfair Display ExtraBold"/>
              <a:cs typeface="Calibri" panose="020F0502020204030204" charset="0"/>
              <a:sym typeface="Playfair Display ExtraBold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ru-RU" sz="1400">
                <a:latin typeface="Calibri" panose="020F0502020204030204" charset="0"/>
                <a:cs typeface="Calibri" panose="020F0502020204030204" charset="0"/>
                <a:sym typeface="+mn-ea"/>
              </a:rPr>
              <a:t>Git — </a:t>
            </a:r>
            <a:r>
              <a:rPr lang="ru-RU" altLang="en-US" sz="1400">
                <a:latin typeface="Calibri" panose="020F0502020204030204" charset="0"/>
                <a:cs typeface="Calibri" panose="020F0502020204030204" charset="0"/>
                <a:sym typeface="+mn-ea"/>
              </a:rPr>
              <a:t>система контроля версий</a:t>
            </a:r>
            <a:endParaRPr lang="ru-RU" altLang="en-US" sz="1400">
              <a:latin typeface="Calibri" panose="020F0502020204030204" charset="0"/>
              <a:cs typeface="Calibri" panose="020F0502020204030204" charset="0"/>
              <a:sym typeface="+mn-ea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en-US" sz="1400">
                <a:latin typeface="Calibri" panose="020F0502020204030204" charset="0"/>
                <a:cs typeface="Calibri" panose="020F0502020204030204" charset="0"/>
                <a:sym typeface="+mn-ea"/>
              </a:rPr>
              <a:t>Github Pages </a:t>
            </a:r>
            <a:r>
              <a:rPr lang="en-US" altLang="ru-RU" sz="1400">
                <a:latin typeface="Calibri" panose="020F0502020204030204" charset="0"/>
                <a:cs typeface="Calibri" panose="020F0502020204030204" charset="0"/>
                <a:sym typeface="+mn-ea"/>
              </a:rPr>
              <a:t>— </a:t>
            </a:r>
            <a:r>
              <a:rPr lang="ru-RU" altLang="en-US" sz="1400">
                <a:latin typeface="Calibri" panose="020F0502020204030204" charset="0"/>
                <a:cs typeface="Calibri" panose="020F0502020204030204" charset="0"/>
                <a:sym typeface="+mn-ea"/>
              </a:rPr>
              <a:t>сервис развертки </a:t>
            </a:r>
            <a:r>
              <a:rPr lang="en-US" altLang="en-US" sz="1400">
                <a:latin typeface="Calibri" panose="020F0502020204030204" charset="0"/>
                <a:cs typeface="Calibri" panose="020F0502020204030204" charset="0"/>
                <a:sym typeface="+mn-ea"/>
              </a:rPr>
              <a:t>web-</a:t>
            </a:r>
            <a:r>
              <a:rPr lang="ru-RU" altLang="en-US" sz="1400">
                <a:latin typeface="Calibri" panose="020F0502020204030204" charset="0"/>
                <a:cs typeface="Calibri" panose="020F0502020204030204" charset="0"/>
                <a:sym typeface="+mn-ea"/>
              </a:rPr>
              <a:t>страниц</a:t>
            </a:r>
            <a:endParaRPr lang="en-US" altLang="en-US" sz="1400">
              <a:latin typeface="Calibri" panose="020F0502020204030204" charset="0"/>
              <a:cs typeface="Calibri" panose="020F0502020204030204" charset="0"/>
              <a:sym typeface="+mn-ea"/>
            </a:endParaRPr>
          </a:p>
        </p:txBody>
      </p:sp>
      <p:sp>
        <p:nvSpPr>
          <p:cNvPr id="933" name="Google Shape;933;p76"/>
          <p:cNvSpPr txBox="1"/>
          <p:nvPr>
            <p:ph type="title"/>
          </p:nvPr>
        </p:nvSpPr>
        <p:spPr>
          <a:xfrm>
            <a:off x="710850" y="116095"/>
            <a:ext cx="772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Использованные технологии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937" name="Google Shape;937;p76"/>
          <p:cNvSpPr/>
          <p:nvPr/>
        </p:nvSpPr>
        <p:spPr>
          <a:xfrm>
            <a:off x="7570495" y="1516456"/>
            <a:ext cx="1183589" cy="3627328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1"/>
          <p:cNvSpPr/>
          <p:nvPr/>
        </p:nvSpPr>
        <p:spPr>
          <a:xfrm>
            <a:off x="8269952" y="1960623"/>
            <a:ext cx="942467" cy="3042867"/>
          </a:xfrm>
          <a:custGeom>
            <a:avLst/>
            <a:gdLst/>
            <a:ahLst/>
            <a:cxnLst/>
            <a:rect l="l" t="t" r="r" b="b"/>
            <a:pathLst>
              <a:path w="9050" h="29219" extrusionOk="0">
                <a:moveTo>
                  <a:pt x="310" y="18253"/>
                </a:moveTo>
                <a:cubicBezTo>
                  <a:pt x="608" y="18455"/>
                  <a:pt x="1215" y="18932"/>
                  <a:pt x="1561" y="18956"/>
                </a:cubicBezTo>
                <a:cubicBezTo>
                  <a:pt x="1275" y="18956"/>
                  <a:pt x="846" y="18920"/>
                  <a:pt x="513" y="19075"/>
                </a:cubicBezTo>
                <a:cubicBezTo>
                  <a:pt x="989" y="19110"/>
                  <a:pt x="1311" y="19515"/>
                  <a:pt x="1680" y="19801"/>
                </a:cubicBezTo>
                <a:cubicBezTo>
                  <a:pt x="1358" y="19670"/>
                  <a:pt x="977" y="19872"/>
                  <a:pt x="680" y="19622"/>
                </a:cubicBezTo>
                <a:cubicBezTo>
                  <a:pt x="751" y="19706"/>
                  <a:pt x="799" y="19825"/>
                  <a:pt x="882" y="19920"/>
                </a:cubicBezTo>
                <a:cubicBezTo>
                  <a:pt x="1156" y="20182"/>
                  <a:pt x="1513" y="20289"/>
                  <a:pt x="1858" y="20444"/>
                </a:cubicBezTo>
                <a:cubicBezTo>
                  <a:pt x="1644" y="20539"/>
                  <a:pt x="1311" y="20491"/>
                  <a:pt x="1049" y="20551"/>
                </a:cubicBezTo>
                <a:cubicBezTo>
                  <a:pt x="1727" y="20706"/>
                  <a:pt x="2287" y="21087"/>
                  <a:pt x="2966" y="21194"/>
                </a:cubicBezTo>
                <a:cubicBezTo>
                  <a:pt x="3180" y="21230"/>
                  <a:pt x="3406" y="21265"/>
                  <a:pt x="3644" y="21313"/>
                </a:cubicBezTo>
                <a:lnTo>
                  <a:pt x="3644" y="29219"/>
                </a:lnTo>
                <a:lnTo>
                  <a:pt x="4418" y="29219"/>
                </a:lnTo>
                <a:lnTo>
                  <a:pt x="4418" y="21420"/>
                </a:lnTo>
                <a:cubicBezTo>
                  <a:pt x="4859" y="21432"/>
                  <a:pt x="5287" y="21349"/>
                  <a:pt x="5752" y="21480"/>
                </a:cubicBezTo>
                <a:cubicBezTo>
                  <a:pt x="6073" y="21563"/>
                  <a:pt x="6299" y="21682"/>
                  <a:pt x="6621" y="21670"/>
                </a:cubicBezTo>
                <a:cubicBezTo>
                  <a:pt x="6918" y="21658"/>
                  <a:pt x="7192" y="21563"/>
                  <a:pt x="7478" y="21551"/>
                </a:cubicBezTo>
                <a:cubicBezTo>
                  <a:pt x="7204" y="21444"/>
                  <a:pt x="6918" y="21372"/>
                  <a:pt x="6633" y="21289"/>
                </a:cubicBezTo>
                <a:cubicBezTo>
                  <a:pt x="7502" y="21301"/>
                  <a:pt x="8585" y="21111"/>
                  <a:pt x="9050" y="20158"/>
                </a:cubicBezTo>
                <a:cubicBezTo>
                  <a:pt x="8716" y="20289"/>
                  <a:pt x="8431" y="20360"/>
                  <a:pt x="8121" y="20158"/>
                </a:cubicBezTo>
                <a:cubicBezTo>
                  <a:pt x="8228" y="20063"/>
                  <a:pt x="8371" y="19979"/>
                  <a:pt x="8538" y="19896"/>
                </a:cubicBezTo>
                <a:cubicBezTo>
                  <a:pt x="8252" y="19896"/>
                  <a:pt x="7978" y="19801"/>
                  <a:pt x="7740" y="19622"/>
                </a:cubicBezTo>
                <a:cubicBezTo>
                  <a:pt x="7990" y="19456"/>
                  <a:pt x="8240" y="19289"/>
                  <a:pt x="8454" y="19063"/>
                </a:cubicBezTo>
                <a:cubicBezTo>
                  <a:pt x="8538" y="18979"/>
                  <a:pt x="8597" y="18872"/>
                  <a:pt x="8669" y="18801"/>
                </a:cubicBezTo>
                <a:cubicBezTo>
                  <a:pt x="8407" y="18920"/>
                  <a:pt x="7883" y="18920"/>
                  <a:pt x="7680" y="18932"/>
                </a:cubicBezTo>
                <a:cubicBezTo>
                  <a:pt x="7740" y="18825"/>
                  <a:pt x="7835" y="18741"/>
                  <a:pt x="7942" y="18705"/>
                </a:cubicBezTo>
                <a:cubicBezTo>
                  <a:pt x="7657" y="18705"/>
                  <a:pt x="7383" y="18729"/>
                  <a:pt x="7097" y="18801"/>
                </a:cubicBezTo>
                <a:cubicBezTo>
                  <a:pt x="7240" y="18670"/>
                  <a:pt x="7466" y="18467"/>
                  <a:pt x="7645" y="18432"/>
                </a:cubicBezTo>
                <a:cubicBezTo>
                  <a:pt x="7359" y="18515"/>
                  <a:pt x="6573" y="18575"/>
                  <a:pt x="6347" y="18313"/>
                </a:cubicBezTo>
                <a:cubicBezTo>
                  <a:pt x="6871" y="18098"/>
                  <a:pt x="7383" y="18194"/>
                  <a:pt x="7835" y="17801"/>
                </a:cubicBezTo>
                <a:cubicBezTo>
                  <a:pt x="8169" y="17539"/>
                  <a:pt x="8335" y="17074"/>
                  <a:pt x="8657" y="16824"/>
                </a:cubicBezTo>
                <a:cubicBezTo>
                  <a:pt x="8466" y="17015"/>
                  <a:pt x="8169" y="16908"/>
                  <a:pt x="7930" y="16896"/>
                </a:cubicBezTo>
                <a:cubicBezTo>
                  <a:pt x="7990" y="16848"/>
                  <a:pt x="8050" y="16777"/>
                  <a:pt x="8109" y="16741"/>
                </a:cubicBezTo>
                <a:cubicBezTo>
                  <a:pt x="7942" y="16705"/>
                  <a:pt x="7764" y="16765"/>
                  <a:pt x="7585" y="16765"/>
                </a:cubicBezTo>
                <a:cubicBezTo>
                  <a:pt x="7835" y="16658"/>
                  <a:pt x="8061" y="16491"/>
                  <a:pt x="8300" y="16372"/>
                </a:cubicBezTo>
                <a:cubicBezTo>
                  <a:pt x="7811" y="16360"/>
                  <a:pt x="7418" y="16419"/>
                  <a:pt x="6966" y="16134"/>
                </a:cubicBezTo>
                <a:cubicBezTo>
                  <a:pt x="7121" y="16050"/>
                  <a:pt x="7395" y="15931"/>
                  <a:pt x="7478" y="15777"/>
                </a:cubicBezTo>
                <a:cubicBezTo>
                  <a:pt x="7299" y="15753"/>
                  <a:pt x="7109" y="15729"/>
                  <a:pt x="6942" y="15646"/>
                </a:cubicBezTo>
                <a:cubicBezTo>
                  <a:pt x="7240" y="15181"/>
                  <a:pt x="7645" y="14872"/>
                  <a:pt x="7883" y="14336"/>
                </a:cubicBezTo>
                <a:cubicBezTo>
                  <a:pt x="7442" y="14586"/>
                  <a:pt x="5990" y="15384"/>
                  <a:pt x="5692" y="14562"/>
                </a:cubicBezTo>
                <a:cubicBezTo>
                  <a:pt x="6168" y="14443"/>
                  <a:pt x="6609" y="14264"/>
                  <a:pt x="7061" y="14134"/>
                </a:cubicBezTo>
                <a:cubicBezTo>
                  <a:pt x="6918" y="14086"/>
                  <a:pt x="6704" y="14110"/>
                  <a:pt x="6549" y="14074"/>
                </a:cubicBezTo>
                <a:cubicBezTo>
                  <a:pt x="6764" y="13967"/>
                  <a:pt x="7037" y="13919"/>
                  <a:pt x="7264" y="13848"/>
                </a:cubicBezTo>
                <a:cubicBezTo>
                  <a:pt x="7157" y="13836"/>
                  <a:pt x="7097" y="13776"/>
                  <a:pt x="7002" y="13729"/>
                </a:cubicBezTo>
                <a:cubicBezTo>
                  <a:pt x="7168" y="13491"/>
                  <a:pt x="7740" y="13217"/>
                  <a:pt x="7990" y="13062"/>
                </a:cubicBezTo>
                <a:cubicBezTo>
                  <a:pt x="7716" y="13133"/>
                  <a:pt x="7335" y="13133"/>
                  <a:pt x="7061" y="13038"/>
                </a:cubicBezTo>
                <a:cubicBezTo>
                  <a:pt x="7216" y="12895"/>
                  <a:pt x="7395" y="12740"/>
                  <a:pt x="7561" y="12598"/>
                </a:cubicBezTo>
                <a:cubicBezTo>
                  <a:pt x="7145" y="12538"/>
                  <a:pt x="6692" y="12681"/>
                  <a:pt x="6275" y="12669"/>
                </a:cubicBezTo>
                <a:cubicBezTo>
                  <a:pt x="6442" y="12586"/>
                  <a:pt x="6585" y="12431"/>
                  <a:pt x="6752" y="12371"/>
                </a:cubicBezTo>
                <a:cubicBezTo>
                  <a:pt x="6168" y="12443"/>
                  <a:pt x="5775" y="12407"/>
                  <a:pt x="5240" y="12074"/>
                </a:cubicBezTo>
                <a:cubicBezTo>
                  <a:pt x="5668" y="12086"/>
                  <a:pt x="6073" y="12050"/>
                  <a:pt x="6490" y="12002"/>
                </a:cubicBezTo>
                <a:cubicBezTo>
                  <a:pt x="6395" y="11990"/>
                  <a:pt x="6287" y="11955"/>
                  <a:pt x="6192" y="11955"/>
                </a:cubicBezTo>
                <a:cubicBezTo>
                  <a:pt x="6275" y="11931"/>
                  <a:pt x="6383" y="11871"/>
                  <a:pt x="6466" y="11848"/>
                </a:cubicBezTo>
                <a:cubicBezTo>
                  <a:pt x="6264" y="11871"/>
                  <a:pt x="6085" y="11848"/>
                  <a:pt x="5894" y="11776"/>
                </a:cubicBezTo>
                <a:cubicBezTo>
                  <a:pt x="6323" y="11705"/>
                  <a:pt x="6514" y="11633"/>
                  <a:pt x="6859" y="11336"/>
                </a:cubicBezTo>
                <a:cubicBezTo>
                  <a:pt x="6668" y="11312"/>
                  <a:pt x="6490" y="11336"/>
                  <a:pt x="6287" y="11336"/>
                </a:cubicBezTo>
                <a:cubicBezTo>
                  <a:pt x="6787" y="11347"/>
                  <a:pt x="6847" y="10478"/>
                  <a:pt x="7145" y="10181"/>
                </a:cubicBezTo>
                <a:cubicBezTo>
                  <a:pt x="6692" y="10454"/>
                  <a:pt x="6383" y="10478"/>
                  <a:pt x="5894" y="10502"/>
                </a:cubicBezTo>
                <a:cubicBezTo>
                  <a:pt x="6216" y="10395"/>
                  <a:pt x="6430" y="10157"/>
                  <a:pt x="6680" y="9919"/>
                </a:cubicBezTo>
                <a:cubicBezTo>
                  <a:pt x="6573" y="9966"/>
                  <a:pt x="6454" y="10002"/>
                  <a:pt x="6347" y="10038"/>
                </a:cubicBezTo>
                <a:cubicBezTo>
                  <a:pt x="6430" y="9919"/>
                  <a:pt x="6514" y="9800"/>
                  <a:pt x="6609" y="9692"/>
                </a:cubicBezTo>
                <a:cubicBezTo>
                  <a:pt x="6371" y="9740"/>
                  <a:pt x="6097" y="9764"/>
                  <a:pt x="5871" y="9752"/>
                </a:cubicBezTo>
                <a:cubicBezTo>
                  <a:pt x="6287" y="9454"/>
                  <a:pt x="6514" y="8930"/>
                  <a:pt x="6787" y="8502"/>
                </a:cubicBezTo>
                <a:cubicBezTo>
                  <a:pt x="6347" y="8776"/>
                  <a:pt x="5978" y="9145"/>
                  <a:pt x="5454" y="8966"/>
                </a:cubicBezTo>
                <a:cubicBezTo>
                  <a:pt x="5609" y="8919"/>
                  <a:pt x="5740" y="8847"/>
                  <a:pt x="5894" y="8800"/>
                </a:cubicBezTo>
                <a:cubicBezTo>
                  <a:pt x="5847" y="8788"/>
                  <a:pt x="5775" y="8728"/>
                  <a:pt x="5680" y="8728"/>
                </a:cubicBezTo>
                <a:cubicBezTo>
                  <a:pt x="5859" y="8657"/>
                  <a:pt x="6049" y="8502"/>
                  <a:pt x="6228" y="8395"/>
                </a:cubicBezTo>
                <a:cubicBezTo>
                  <a:pt x="6037" y="8395"/>
                  <a:pt x="5847" y="8359"/>
                  <a:pt x="5656" y="8359"/>
                </a:cubicBezTo>
                <a:cubicBezTo>
                  <a:pt x="6168" y="8192"/>
                  <a:pt x="6383" y="7716"/>
                  <a:pt x="6573" y="7180"/>
                </a:cubicBezTo>
                <a:cubicBezTo>
                  <a:pt x="6371" y="7347"/>
                  <a:pt x="6156" y="7526"/>
                  <a:pt x="5906" y="7478"/>
                </a:cubicBezTo>
                <a:cubicBezTo>
                  <a:pt x="6014" y="7371"/>
                  <a:pt x="6109" y="7252"/>
                  <a:pt x="6109" y="7109"/>
                </a:cubicBezTo>
                <a:cubicBezTo>
                  <a:pt x="5954" y="7228"/>
                  <a:pt x="5740" y="7311"/>
                  <a:pt x="5561" y="7204"/>
                </a:cubicBezTo>
                <a:cubicBezTo>
                  <a:pt x="5633" y="7145"/>
                  <a:pt x="5692" y="7073"/>
                  <a:pt x="5787" y="7025"/>
                </a:cubicBezTo>
                <a:cubicBezTo>
                  <a:pt x="5513" y="7014"/>
                  <a:pt x="5299" y="7014"/>
                  <a:pt x="5025" y="6906"/>
                </a:cubicBezTo>
                <a:cubicBezTo>
                  <a:pt x="5633" y="7014"/>
                  <a:pt x="5799" y="6359"/>
                  <a:pt x="6037" y="5882"/>
                </a:cubicBezTo>
                <a:cubicBezTo>
                  <a:pt x="5787" y="5942"/>
                  <a:pt x="5513" y="5978"/>
                  <a:pt x="5263" y="5978"/>
                </a:cubicBezTo>
                <a:cubicBezTo>
                  <a:pt x="5430" y="5930"/>
                  <a:pt x="5597" y="5823"/>
                  <a:pt x="5680" y="5680"/>
                </a:cubicBezTo>
                <a:cubicBezTo>
                  <a:pt x="5454" y="5740"/>
                  <a:pt x="5192" y="5704"/>
                  <a:pt x="5013" y="5513"/>
                </a:cubicBezTo>
                <a:cubicBezTo>
                  <a:pt x="5240" y="5335"/>
                  <a:pt x="5549" y="5216"/>
                  <a:pt x="5740" y="4990"/>
                </a:cubicBezTo>
                <a:cubicBezTo>
                  <a:pt x="5549" y="5120"/>
                  <a:pt x="5299" y="4990"/>
                  <a:pt x="5085" y="4942"/>
                </a:cubicBezTo>
                <a:cubicBezTo>
                  <a:pt x="5216" y="4859"/>
                  <a:pt x="5394" y="4739"/>
                  <a:pt x="5442" y="4573"/>
                </a:cubicBezTo>
                <a:cubicBezTo>
                  <a:pt x="5311" y="4632"/>
                  <a:pt x="5156" y="4644"/>
                  <a:pt x="5025" y="4620"/>
                </a:cubicBezTo>
                <a:cubicBezTo>
                  <a:pt x="5121" y="4525"/>
                  <a:pt x="5204" y="4442"/>
                  <a:pt x="5275" y="4335"/>
                </a:cubicBezTo>
                <a:cubicBezTo>
                  <a:pt x="5132" y="4323"/>
                  <a:pt x="4942" y="4311"/>
                  <a:pt x="4823" y="4263"/>
                </a:cubicBezTo>
                <a:cubicBezTo>
                  <a:pt x="4966" y="4192"/>
                  <a:pt x="5097" y="4049"/>
                  <a:pt x="5204" y="3918"/>
                </a:cubicBezTo>
                <a:cubicBezTo>
                  <a:pt x="5061" y="3918"/>
                  <a:pt x="4894" y="3906"/>
                  <a:pt x="4763" y="3870"/>
                </a:cubicBezTo>
                <a:cubicBezTo>
                  <a:pt x="5025" y="3751"/>
                  <a:pt x="5132" y="3418"/>
                  <a:pt x="5275" y="3144"/>
                </a:cubicBezTo>
                <a:cubicBezTo>
                  <a:pt x="5085" y="3239"/>
                  <a:pt x="4882" y="3275"/>
                  <a:pt x="4704" y="3370"/>
                </a:cubicBezTo>
                <a:cubicBezTo>
                  <a:pt x="4775" y="3263"/>
                  <a:pt x="4894" y="3144"/>
                  <a:pt x="5013" y="3073"/>
                </a:cubicBezTo>
                <a:lnTo>
                  <a:pt x="4537" y="3073"/>
                </a:lnTo>
                <a:cubicBezTo>
                  <a:pt x="4656" y="2942"/>
                  <a:pt x="4740" y="2787"/>
                  <a:pt x="4847" y="2668"/>
                </a:cubicBezTo>
                <a:cubicBezTo>
                  <a:pt x="4668" y="2823"/>
                  <a:pt x="4442" y="2823"/>
                  <a:pt x="4240" y="2823"/>
                </a:cubicBezTo>
                <a:cubicBezTo>
                  <a:pt x="4406" y="2787"/>
                  <a:pt x="4549" y="2644"/>
                  <a:pt x="4680" y="2525"/>
                </a:cubicBezTo>
                <a:cubicBezTo>
                  <a:pt x="4597" y="2549"/>
                  <a:pt x="4501" y="2537"/>
                  <a:pt x="4406" y="2549"/>
                </a:cubicBezTo>
                <a:lnTo>
                  <a:pt x="4656" y="2299"/>
                </a:lnTo>
                <a:cubicBezTo>
                  <a:pt x="4561" y="2323"/>
                  <a:pt x="4466" y="2263"/>
                  <a:pt x="4370" y="2287"/>
                </a:cubicBezTo>
                <a:cubicBezTo>
                  <a:pt x="4347" y="2108"/>
                  <a:pt x="4359" y="1930"/>
                  <a:pt x="4466" y="1811"/>
                </a:cubicBezTo>
                <a:cubicBezTo>
                  <a:pt x="4311" y="1703"/>
                  <a:pt x="4370" y="1477"/>
                  <a:pt x="4323" y="1299"/>
                </a:cubicBezTo>
                <a:cubicBezTo>
                  <a:pt x="4347" y="1287"/>
                  <a:pt x="4347" y="1275"/>
                  <a:pt x="4359" y="1251"/>
                </a:cubicBezTo>
                <a:cubicBezTo>
                  <a:pt x="4359" y="834"/>
                  <a:pt x="4299" y="418"/>
                  <a:pt x="4299" y="1"/>
                </a:cubicBezTo>
                <a:cubicBezTo>
                  <a:pt x="4299" y="453"/>
                  <a:pt x="4228" y="1584"/>
                  <a:pt x="3870" y="1537"/>
                </a:cubicBezTo>
                <a:cubicBezTo>
                  <a:pt x="3894" y="1751"/>
                  <a:pt x="4001" y="1942"/>
                  <a:pt x="4061" y="2132"/>
                </a:cubicBezTo>
                <a:cubicBezTo>
                  <a:pt x="3930" y="2108"/>
                  <a:pt x="3787" y="2049"/>
                  <a:pt x="3656" y="2013"/>
                </a:cubicBezTo>
                <a:cubicBezTo>
                  <a:pt x="3728" y="2227"/>
                  <a:pt x="3930" y="2323"/>
                  <a:pt x="3894" y="2596"/>
                </a:cubicBezTo>
                <a:cubicBezTo>
                  <a:pt x="3835" y="2549"/>
                  <a:pt x="3704" y="2537"/>
                  <a:pt x="3668" y="2501"/>
                </a:cubicBezTo>
                <a:cubicBezTo>
                  <a:pt x="3751" y="2704"/>
                  <a:pt x="3847" y="2882"/>
                  <a:pt x="3954" y="3061"/>
                </a:cubicBezTo>
                <a:cubicBezTo>
                  <a:pt x="3716" y="3073"/>
                  <a:pt x="3406" y="2977"/>
                  <a:pt x="3239" y="2787"/>
                </a:cubicBezTo>
                <a:cubicBezTo>
                  <a:pt x="3347" y="3132"/>
                  <a:pt x="3656" y="3323"/>
                  <a:pt x="3763" y="3620"/>
                </a:cubicBezTo>
                <a:cubicBezTo>
                  <a:pt x="3573" y="3608"/>
                  <a:pt x="3394" y="3537"/>
                  <a:pt x="3192" y="3501"/>
                </a:cubicBezTo>
                <a:cubicBezTo>
                  <a:pt x="3335" y="3727"/>
                  <a:pt x="3525" y="3930"/>
                  <a:pt x="3644" y="4168"/>
                </a:cubicBezTo>
                <a:cubicBezTo>
                  <a:pt x="3430" y="4168"/>
                  <a:pt x="3216" y="4037"/>
                  <a:pt x="3013" y="4097"/>
                </a:cubicBezTo>
                <a:cubicBezTo>
                  <a:pt x="3192" y="4323"/>
                  <a:pt x="3585" y="4489"/>
                  <a:pt x="3644" y="4799"/>
                </a:cubicBezTo>
                <a:cubicBezTo>
                  <a:pt x="3454" y="4799"/>
                  <a:pt x="3251" y="4728"/>
                  <a:pt x="3061" y="4632"/>
                </a:cubicBezTo>
                <a:cubicBezTo>
                  <a:pt x="3287" y="5025"/>
                  <a:pt x="3513" y="5263"/>
                  <a:pt x="3835" y="5513"/>
                </a:cubicBezTo>
                <a:cubicBezTo>
                  <a:pt x="3585" y="5525"/>
                  <a:pt x="3394" y="5656"/>
                  <a:pt x="3120" y="5597"/>
                </a:cubicBezTo>
                <a:cubicBezTo>
                  <a:pt x="2835" y="5537"/>
                  <a:pt x="2561" y="5335"/>
                  <a:pt x="2287" y="5216"/>
                </a:cubicBezTo>
                <a:cubicBezTo>
                  <a:pt x="2454" y="5716"/>
                  <a:pt x="3108" y="5811"/>
                  <a:pt x="3275" y="6311"/>
                </a:cubicBezTo>
                <a:cubicBezTo>
                  <a:pt x="3180" y="6287"/>
                  <a:pt x="3061" y="6311"/>
                  <a:pt x="2954" y="6275"/>
                </a:cubicBezTo>
                <a:cubicBezTo>
                  <a:pt x="2942" y="6311"/>
                  <a:pt x="2942" y="6359"/>
                  <a:pt x="2930" y="6406"/>
                </a:cubicBezTo>
                <a:cubicBezTo>
                  <a:pt x="2739" y="6430"/>
                  <a:pt x="2561" y="6347"/>
                  <a:pt x="2382" y="6252"/>
                </a:cubicBezTo>
                <a:cubicBezTo>
                  <a:pt x="2513" y="6478"/>
                  <a:pt x="2692" y="6656"/>
                  <a:pt x="2811" y="6871"/>
                </a:cubicBezTo>
                <a:cubicBezTo>
                  <a:pt x="2585" y="6847"/>
                  <a:pt x="2346" y="6811"/>
                  <a:pt x="2168" y="6633"/>
                </a:cubicBezTo>
                <a:cubicBezTo>
                  <a:pt x="2263" y="7121"/>
                  <a:pt x="2513" y="7347"/>
                  <a:pt x="2799" y="7657"/>
                </a:cubicBezTo>
                <a:cubicBezTo>
                  <a:pt x="2406" y="7776"/>
                  <a:pt x="2049" y="7478"/>
                  <a:pt x="1680" y="7478"/>
                </a:cubicBezTo>
                <a:cubicBezTo>
                  <a:pt x="1870" y="7823"/>
                  <a:pt x="2156" y="8121"/>
                  <a:pt x="2442" y="8359"/>
                </a:cubicBezTo>
                <a:cubicBezTo>
                  <a:pt x="2287" y="8359"/>
                  <a:pt x="2156" y="8359"/>
                  <a:pt x="2001" y="8371"/>
                </a:cubicBezTo>
                <a:cubicBezTo>
                  <a:pt x="2156" y="8716"/>
                  <a:pt x="2537" y="8895"/>
                  <a:pt x="2811" y="9085"/>
                </a:cubicBezTo>
                <a:cubicBezTo>
                  <a:pt x="2537" y="9109"/>
                  <a:pt x="2227" y="9288"/>
                  <a:pt x="1977" y="9228"/>
                </a:cubicBezTo>
                <a:cubicBezTo>
                  <a:pt x="2168" y="9407"/>
                  <a:pt x="2358" y="9609"/>
                  <a:pt x="2596" y="9728"/>
                </a:cubicBezTo>
                <a:cubicBezTo>
                  <a:pt x="2108" y="9871"/>
                  <a:pt x="1787" y="9669"/>
                  <a:pt x="1346" y="9407"/>
                </a:cubicBezTo>
                <a:cubicBezTo>
                  <a:pt x="1644" y="9883"/>
                  <a:pt x="1858" y="10324"/>
                  <a:pt x="2346" y="10633"/>
                </a:cubicBezTo>
                <a:cubicBezTo>
                  <a:pt x="2204" y="10812"/>
                  <a:pt x="1882" y="10800"/>
                  <a:pt x="1668" y="10776"/>
                </a:cubicBezTo>
                <a:cubicBezTo>
                  <a:pt x="1763" y="10871"/>
                  <a:pt x="1763" y="10955"/>
                  <a:pt x="1823" y="11050"/>
                </a:cubicBezTo>
                <a:lnTo>
                  <a:pt x="1453" y="11050"/>
                </a:lnTo>
                <a:cubicBezTo>
                  <a:pt x="1561" y="11228"/>
                  <a:pt x="1739" y="11336"/>
                  <a:pt x="1930" y="11407"/>
                </a:cubicBezTo>
                <a:cubicBezTo>
                  <a:pt x="1453" y="11669"/>
                  <a:pt x="775" y="11419"/>
                  <a:pt x="453" y="10955"/>
                </a:cubicBezTo>
                <a:cubicBezTo>
                  <a:pt x="680" y="11609"/>
                  <a:pt x="1370" y="11669"/>
                  <a:pt x="1620" y="12240"/>
                </a:cubicBezTo>
                <a:cubicBezTo>
                  <a:pt x="1549" y="12252"/>
                  <a:pt x="1465" y="12324"/>
                  <a:pt x="1370" y="12324"/>
                </a:cubicBezTo>
                <a:cubicBezTo>
                  <a:pt x="1501" y="12502"/>
                  <a:pt x="1692" y="12621"/>
                  <a:pt x="1870" y="12729"/>
                </a:cubicBezTo>
                <a:cubicBezTo>
                  <a:pt x="1561" y="12764"/>
                  <a:pt x="1168" y="12705"/>
                  <a:pt x="918" y="12467"/>
                </a:cubicBezTo>
                <a:cubicBezTo>
                  <a:pt x="1072" y="12776"/>
                  <a:pt x="1918" y="13252"/>
                  <a:pt x="1823" y="13562"/>
                </a:cubicBezTo>
                <a:cubicBezTo>
                  <a:pt x="1668" y="13562"/>
                  <a:pt x="1501" y="13550"/>
                  <a:pt x="1346" y="13574"/>
                </a:cubicBezTo>
                <a:cubicBezTo>
                  <a:pt x="1453" y="13848"/>
                  <a:pt x="1739" y="14038"/>
                  <a:pt x="1989" y="14074"/>
                </a:cubicBezTo>
                <a:cubicBezTo>
                  <a:pt x="1513" y="14324"/>
                  <a:pt x="572" y="14336"/>
                  <a:pt x="120" y="13991"/>
                </a:cubicBezTo>
                <a:cubicBezTo>
                  <a:pt x="251" y="14157"/>
                  <a:pt x="263" y="14431"/>
                  <a:pt x="382" y="14610"/>
                </a:cubicBezTo>
                <a:cubicBezTo>
                  <a:pt x="608" y="14967"/>
                  <a:pt x="858" y="14979"/>
                  <a:pt x="1203" y="15122"/>
                </a:cubicBezTo>
                <a:cubicBezTo>
                  <a:pt x="1108" y="15110"/>
                  <a:pt x="1013" y="15146"/>
                  <a:pt x="918" y="15146"/>
                </a:cubicBezTo>
                <a:cubicBezTo>
                  <a:pt x="1156" y="15443"/>
                  <a:pt x="1382" y="15717"/>
                  <a:pt x="1739" y="15824"/>
                </a:cubicBezTo>
                <a:cubicBezTo>
                  <a:pt x="1442" y="15717"/>
                  <a:pt x="1096" y="15765"/>
                  <a:pt x="846" y="15527"/>
                </a:cubicBezTo>
                <a:cubicBezTo>
                  <a:pt x="953" y="15753"/>
                  <a:pt x="1084" y="15979"/>
                  <a:pt x="1275" y="16134"/>
                </a:cubicBezTo>
                <a:cubicBezTo>
                  <a:pt x="1442" y="16289"/>
                  <a:pt x="1692" y="16289"/>
                  <a:pt x="1787" y="16515"/>
                </a:cubicBezTo>
                <a:cubicBezTo>
                  <a:pt x="1465" y="16467"/>
                  <a:pt x="1072" y="16360"/>
                  <a:pt x="751" y="16479"/>
                </a:cubicBezTo>
                <a:cubicBezTo>
                  <a:pt x="1192" y="16491"/>
                  <a:pt x="1739" y="16765"/>
                  <a:pt x="1989" y="17170"/>
                </a:cubicBezTo>
                <a:cubicBezTo>
                  <a:pt x="1525" y="17181"/>
                  <a:pt x="1096" y="17289"/>
                  <a:pt x="632" y="17253"/>
                </a:cubicBezTo>
                <a:cubicBezTo>
                  <a:pt x="787" y="17527"/>
                  <a:pt x="1453" y="17670"/>
                  <a:pt x="1692" y="17920"/>
                </a:cubicBezTo>
                <a:cubicBezTo>
                  <a:pt x="1346" y="17836"/>
                  <a:pt x="953" y="17860"/>
                  <a:pt x="608" y="17884"/>
                </a:cubicBezTo>
                <a:cubicBezTo>
                  <a:pt x="715" y="18015"/>
                  <a:pt x="846" y="18146"/>
                  <a:pt x="977" y="18265"/>
                </a:cubicBezTo>
                <a:cubicBezTo>
                  <a:pt x="751" y="18182"/>
                  <a:pt x="263" y="18098"/>
                  <a:pt x="1" y="17908"/>
                </a:cubicBezTo>
                <a:cubicBezTo>
                  <a:pt x="60" y="17920"/>
                  <a:pt x="132" y="18110"/>
                  <a:pt x="310" y="1825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7" name="Google Shape;227;p4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Структура сайта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graphicFrame>
        <p:nvGraphicFramePr>
          <p:cNvPr id="228" name="Google Shape;228;p41"/>
          <p:cNvGraphicFramePr/>
          <p:nvPr/>
        </p:nvGraphicFramePr>
        <p:xfrm>
          <a:off x="701793" y="1655218"/>
          <a:ext cx="7713175" cy="3000000"/>
        </p:xfrm>
        <a:graphic>
          <a:graphicData uri="http://schemas.openxmlformats.org/drawingml/2006/table">
            <a:tbl>
              <a:tblPr>
                <a:noFill/>
                <a:tableStyleId>{D5286890-67AF-43D7-825F-F43D800890D5}</a:tableStyleId>
              </a:tblPr>
              <a:tblGrid>
                <a:gridCol w="2876900"/>
                <a:gridCol w="4836275"/>
              </a:tblGrid>
              <a:tr h="38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GB" sz="1200" b="1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Calibri" panose="020F0502020204030204" charset="0"/>
                          <a:ea typeface="Playfair Display"/>
                          <a:cs typeface="Calibri" panose="020F0502020204030204" charset="0"/>
                          <a:sym typeface="Playfair Display"/>
                        </a:rPr>
                        <a:t>Главная страница</a:t>
                      </a:r>
                      <a:endParaRPr lang="ru-RU" altLang="en-GB" sz="1200" b="1">
                        <a:solidFill>
                          <a:schemeClr val="dk1"/>
                        </a:solidFill>
                        <a:uFill>
                          <a:noFill/>
                        </a:uFill>
                        <a:latin typeface="Calibri" panose="020F0502020204030204" charset="0"/>
                        <a:ea typeface="Playfair Display"/>
                        <a:cs typeface="Calibri" panose="020F0502020204030204" charset="0"/>
                        <a:sym typeface="Playfair Display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ru-RU" altLang="en-GB" sz="1200">
                          <a:solidFill>
                            <a:schemeClr val="dk1"/>
                          </a:solidFill>
                          <a:latin typeface="Calibri" panose="020F0502020204030204" charset="0"/>
                          <a:ea typeface="Open Sans"/>
                          <a:cs typeface="Calibri" panose="020F0502020204030204" charset="0"/>
                          <a:sym typeface="Open Sans"/>
                        </a:rPr>
                        <a:t>Выполняет роль лэндинга, на ней презентованы основные функции сайта и удобные ссылки для перехода на другие страницы</a:t>
                      </a:r>
                      <a:endParaRPr lang="ru-RU" altLang="en-GB" sz="1200">
                        <a:solidFill>
                          <a:schemeClr val="dk1"/>
                        </a:solidFill>
                        <a:latin typeface="Calibri" panose="020F0502020204030204" charset="0"/>
                        <a:ea typeface="Open Sans"/>
                        <a:cs typeface="Calibri" panose="020F0502020204030204" charset="0"/>
                        <a:sym typeface="Open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GB" sz="1200" b="1">
                          <a:solidFill>
                            <a:schemeClr val="dk1"/>
                          </a:solidFill>
                          <a:latin typeface="Calibri" panose="020F0502020204030204" charset="0"/>
                          <a:ea typeface="Playfair Display"/>
                          <a:cs typeface="Calibri" panose="020F0502020204030204" charset="0"/>
                          <a:sym typeface="Playfair Display"/>
                        </a:rPr>
                        <a:t>Каталог вершин</a:t>
                      </a:r>
                      <a:endParaRPr lang="ru-RU" altLang="en-GB" sz="1200" b="1">
                        <a:solidFill>
                          <a:schemeClr val="dk1"/>
                        </a:solidFill>
                        <a:latin typeface="Calibri" panose="020F0502020204030204" charset="0"/>
                        <a:ea typeface="Playfair Display"/>
                        <a:cs typeface="Calibri" panose="020F0502020204030204" charset="0"/>
                        <a:sym typeface="Playfair Display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ru-RU" altLang="en-GB" sz="1200">
                          <a:solidFill>
                            <a:schemeClr val="dk1"/>
                          </a:solidFill>
                          <a:latin typeface="Calibri" panose="020F0502020204030204" charset="0"/>
                          <a:ea typeface="Open Sans"/>
                          <a:cs typeface="Calibri" panose="020F0502020204030204" charset="0"/>
                          <a:sym typeface="Open Sans"/>
                        </a:rPr>
                        <a:t>Содержит стильные карточки с фотографиями и описаниями популярных вершин для восхождения, а иноформацию о высоте, сложности и местоположении</a:t>
                      </a:r>
                      <a:endParaRPr lang="ru-RU" altLang="en-GB" sz="1200">
                        <a:solidFill>
                          <a:schemeClr val="dk1"/>
                        </a:solidFill>
                        <a:latin typeface="Calibri" panose="020F0502020204030204" charset="0"/>
                        <a:ea typeface="Open Sans"/>
                        <a:cs typeface="Calibri" panose="020F0502020204030204" charset="0"/>
                        <a:sym typeface="Open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GB" sz="1200" b="1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Calibri" panose="020F0502020204030204" charset="0"/>
                          <a:ea typeface="Playfair Display"/>
                          <a:cs typeface="Calibri" panose="020F0502020204030204" charset="0"/>
                          <a:sym typeface="Playfair Display"/>
                        </a:rPr>
                        <a:t>Сетка советов для снаряжения</a:t>
                      </a:r>
                      <a:endParaRPr lang="ru-RU" altLang="en-GB" sz="1200" b="1">
                        <a:solidFill>
                          <a:schemeClr val="dk1"/>
                        </a:solidFill>
                        <a:uFill>
                          <a:noFill/>
                        </a:uFill>
                        <a:latin typeface="Calibri" panose="020F0502020204030204" charset="0"/>
                        <a:ea typeface="Playfair Display"/>
                        <a:cs typeface="Calibri" panose="020F0502020204030204" charset="0"/>
                        <a:sym typeface="Playfair Display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altLang="en-GB" sz="1200">
                          <a:solidFill>
                            <a:schemeClr val="dk1"/>
                          </a:solidFill>
                          <a:latin typeface="Calibri" panose="020F0502020204030204" charset="0"/>
                          <a:ea typeface="Open Sans"/>
                          <a:cs typeface="Calibri" panose="020F0502020204030204" charset="0"/>
                          <a:sym typeface="Open Sans"/>
                        </a:rPr>
                        <a:t>Masonry</a:t>
                      </a:r>
                      <a:r>
                        <a:rPr lang="ru-RU" altLang="en-GB" sz="1200">
                          <a:solidFill>
                            <a:schemeClr val="dk1"/>
                          </a:solidFill>
                          <a:latin typeface="Calibri" panose="020F0502020204030204" charset="0"/>
                          <a:ea typeface="Open Sans"/>
                          <a:cs typeface="Calibri" panose="020F0502020204030204" charset="0"/>
                          <a:sym typeface="Open Sans"/>
                        </a:rPr>
                        <a:t>-</a:t>
                      </a:r>
                      <a:r>
                        <a:rPr lang="en-US" altLang="en-GB" sz="1200">
                          <a:solidFill>
                            <a:schemeClr val="dk1"/>
                          </a:solidFill>
                          <a:latin typeface="Calibri" panose="020F0502020204030204" charset="0"/>
                          <a:ea typeface="Open Sans"/>
                          <a:cs typeface="Calibri" panose="020F0502020204030204" charset="0"/>
                          <a:sym typeface="Open Sans"/>
                        </a:rPr>
                        <a:t>style </a:t>
                      </a:r>
                      <a:r>
                        <a:rPr lang="ru-RU" altLang="en-GB" sz="1200">
                          <a:solidFill>
                            <a:schemeClr val="dk1"/>
                          </a:solidFill>
                          <a:latin typeface="Calibri" panose="020F0502020204030204" charset="0"/>
                          <a:ea typeface="Open Sans"/>
                          <a:cs typeface="Calibri" panose="020F0502020204030204" charset="0"/>
                          <a:sym typeface="Open Sans"/>
                        </a:rPr>
                        <a:t>сетка с карточками советов для выбора снаряжения и восхождений, при нажатии открывается модальное окно с советом</a:t>
                      </a:r>
                      <a:endParaRPr lang="ru-RU" altLang="en-GB" sz="1200">
                        <a:solidFill>
                          <a:schemeClr val="dk1"/>
                        </a:solidFill>
                        <a:latin typeface="Calibri" panose="020F0502020204030204" charset="0"/>
                        <a:ea typeface="Open Sans"/>
                        <a:cs typeface="Calibri" panose="020F0502020204030204" charset="0"/>
                        <a:sym typeface="Open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GB" sz="1200" b="1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Calibri" panose="020F0502020204030204" charset="0"/>
                          <a:ea typeface="Playfair Display"/>
                          <a:cs typeface="Calibri" panose="020F0502020204030204" charset="0"/>
                          <a:sym typeface="Playfair Display"/>
                        </a:rPr>
                        <a:t>Страница записей восхождений</a:t>
                      </a:r>
                      <a:endParaRPr lang="ru-RU" altLang="en-GB" sz="1200" b="1">
                        <a:solidFill>
                          <a:schemeClr val="dk1"/>
                        </a:solidFill>
                        <a:uFill>
                          <a:noFill/>
                        </a:uFill>
                        <a:latin typeface="Calibri" panose="020F0502020204030204" charset="0"/>
                        <a:ea typeface="Playfair Display"/>
                        <a:cs typeface="Calibri" panose="020F0502020204030204" charset="0"/>
                        <a:sym typeface="Playfair Display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ru-RU" altLang="en-GB" sz="1200">
                          <a:solidFill>
                            <a:schemeClr val="dk1"/>
                          </a:solidFill>
                          <a:latin typeface="Calibri" panose="020F0502020204030204" charset="0"/>
                          <a:ea typeface="Open Sans"/>
                          <a:cs typeface="Calibri" panose="020F0502020204030204" charset="0"/>
                          <a:sym typeface="Open Sans"/>
                        </a:rPr>
                        <a:t>Позволяет просматривать свои восхождения в виде компактных карточек, при нажатии открывается детальный просмотр</a:t>
                      </a:r>
                      <a:endParaRPr lang="ru-RU" altLang="en-GB" sz="1200">
                        <a:solidFill>
                          <a:schemeClr val="dk1"/>
                        </a:solidFill>
                        <a:latin typeface="Calibri" panose="020F0502020204030204" charset="0"/>
                        <a:ea typeface="Open Sans"/>
                        <a:cs typeface="Calibri" panose="020F0502020204030204" charset="0"/>
                        <a:sym typeface="Open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GB" sz="1200" b="1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Calibri" panose="020F0502020204030204" charset="0"/>
                          <a:ea typeface="Playfair Display"/>
                          <a:cs typeface="Calibri" panose="020F0502020204030204" charset="0"/>
                          <a:sym typeface="Playfair Display"/>
                        </a:rPr>
                        <a:t>Формы добавления и редактирования</a:t>
                      </a:r>
                      <a:endParaRPr lang="ru-RU" altLang="en-GB" sz="1200" b="1">
                        <a:solidFill>
                          <a:schemeClr val="dk1"/>
                        </a:solidFill>
                        <a:latin typeface="Calibri" panose="020F0502020204030204" charset="0"/>
                        <a:ea typeface="Playfair Display"/>
                        <a:cs typeface="Calibri" panose="020F0502020204030204" charset="0"/>
                        <a:sym typeface="Playfair Display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GB" sz="1200">
                          <a:solidFill>
                            <a:schemeClr val="dk1"/>
                          </a:solidFill>
                          <a:latin typeface="Calibri" panose="020F0502020204030204" charset="0"/>
                          <a:ea typeface="Open Sans"/>
                          <a:cs typeface="Calibri" panose="020F0502020204030204" charset="0"/>
                          <a:sym typeface="Open Sans"/>
                        </a:rPr>
                        <a:t>Позволяют добавлять и редактировать отдельные записи восхождений, указывать подробную информацию и фото для карточки</a:t>
                      </a:r>
                      <a:endParaRPr lang="ru-RU" altLang="en-GB" sz="1200">
                        <a:solidFill>
                          <a:schemeClr val="dk1"/>
                        </a:solidFill>
                        <a:latin typeface="Calibri" panose="020F0502020204030204" charset="0"/>
                        <a:ea typeface="Open Sans"/>
                        <a:cs typeface="Calibri" panose="020F0502020204030204" charset="0"/>
                        <a:sym typeface="Open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229" name="Google Shape;229;p41"/>
          <p:cNvSpPr txBox="1"/>
          <p:nvPr/>
        </p:nvSpPr>
        <p:spPr>
          <a:xfrm>
            <a:off x="701935" y="1322419"/>
            <a:ext cx="7704000" cy="33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 sz="1200">
                <a:solidFill>
                  <a:schemeClr val="dk1"/>
                </a:solidFill>
                <a:latin typeface="Calibri" panose="020F0502020204030204" charset="0"/>
                <a:ea typeface="Open Sans"/>
                <a:cs typeface="Calibri" panose="020F0502020204030204" charset="0"/>
                <a:sym typeface="Open Sans"/>
              </a:rPr>
              <a:t>Многостраничный сайт соответсвует следующей структуре:</a:t>
            </a:r>
            <a:endParaRPr lang="ru-RU" altLang="en-GB" sz="1200">
              <a:solidFill>
                <a:schemeClr val="dk1"/>
              </a:solidFill>
              <a:latin typeface="Calibri" panose="020F0502020204030204" charset="0"/>
              <a:ea typeface="Open Sans"/>
              <a:cs typeface="Calibri" panose="020F0502020204030204" charset="0"/>
              <a:sym typeface="Open Sans"/>
            </a:endParaRPr>
          </a:p>
        </p:txBody>
      </p:sp>
      <p:sp>
        <p:nvSpPr>
          <p:cNvPr id="232" name="Google Shape;232;p41"/>
          <p:cNvSpPr/>
          <p:nvPr/>
        </p:nvSpPr>
        <p:spPr>
          <a:xfrm>
            <a:off x="-2395500" y="193255"/>
            <a:ext cx="3611418" cy="644567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3" name="Google Shape;233;p41"/>
          <p:cNvSpPr/>
          <p:nvPr/>
        </p:nvSpPr>
        <p:spPr>
          <a:xfrm>
            <a:off x="7800038" y="1017725"/>
            <a:ext cx="1882300" cy="360975"/>
          </a:xfrm>
          <a:custGeom>
            <a:avLst/>
            <a:gdLst/>
            <a:ahLst/>
            <a:cxnLst/>
            <a:rect l="l" t="t" r="r" b="b"/>
            <a:pathLst>
              <a:path w="75292" h="14439" extrusionOk="0">
                <a:moveTo>
                  <a:pt x="75291" y="14438"/>
                </a:moveTo>
                <a:cubicBezTo>
                  <a:pt x="74106" y="13770"/>
                  <a:pt x="72859" y="13192"/>
                  <a:pt x="71583" y="12949"/>
                </a:cubicBezTo>
                <a:cubicBezTo>
                  <a:pt x="69455" y="12584"/>
                  <a:pt x="67175" y="13131"/>
                  <a:pt x="67175" y="13131"/>
                </a:cubicBezTo>
                <a:cubicBezTo>
                  <a:pt x="65656" y="11763"/>
                  <a:pt x="60184" y="10548"/>
                  <a:pt x="56567" y="13162"/>
                </a:cubicBezTo>
                <a:cubicBezTo>
                  <a:pt x="55564" y="10426"/>
                  <a:pt x="51704" y="9362"/>
                  <a:pt x="49455" y="11125"/>
                </a:cubicBezTo>
                <a:cubicBezTo>
                  <a:pt x="50245" y="7295"/>
                  <a:pt x="47297" y="3131"/>
                  <a:pt x="43467" y="2584"/>
                </a:cubicBezTo>
                <a:cubicBezTo>
                  <a:pt x="39607" y="2067"/>
                  <a:pt x="35655" y="5289"/>
                  <a:pt x="35412" y="9149"/>
                </a:cubicBezTo>
                <a:cubicBezTo>
                  <a:pt x="35564" y="6839"/>
                  <a:pt x="32585" y="4985"/>
                  <a:pt x="30609" y="6171"/>
                </a:cubicBezTo>
                <a:cubicBezTo>
                  <a:pt x="30275" y="2766"/>
                  <a:pt x="26932" y="0"/>
                  <a:pt x="23588" y="274"/>
                </a:cubicBezTo>
                <a:cubicBezTo>
                  <a:pt x="20214" y="547"/>
                  <a:pt x="17387" y="3800"/>
                  <a:pt x="17570" y="7234"/>
                </a:cubicBezTo>
                <a:cubicBezTo>
                  <a:pt x="16475" y="5259"/>
                  <a:pt x="13740" y="4347"/>
                  <a:pt x="11703" y="5320"/>
                </a:cubicBezTo>
                <a:cubicBezTo>
                  <a:pt x="11460" y="5441"/>
                  <a:pt x="11278" y="5563"/>
                  <a:pt x="11095" y="5684"/>
                </a:cubicBezTo>
                <a:cubicBezTo>
                  <a:pt x="10639" y="6019"/>
                  <a:pt x="10214" y="6444"/>
                  <a:pt x="9910" y="6900"/>
                </a:cubicBezTo>
                <a:cubicBezTo>
                  <a:pt x="7326" y="6140"/>
                  <a:pt x="3041" y="6779"/>
                  <a:pt x="1855" y="10426"/>
                </a:cubicBezTo>
                <a:cubicBezTo>
                  <a:pt x="1612" y="11156"/>
                  <a:pt x="1551" y="11855"/>
                  <a:pt x="1582" y="12523"/>
                </a:cubicBezTo>
                <a:lnTo>
                  <a:pt x="1703" y="13314"/>
                </a:lnTo>
                <a:cubicBezTo>
                  <a:pt x="1004" y="13314"/>
                  <a:pt x="366" y="13709"/>
                  <a:pt x="62" y="14347"/>
                </a:cubicBezTo>
                <a:cubicBezTo>
                  <a:pt x="31" y="14377"/>
                  <a:pt x="31" y="14408"/>
                  <a:pt x="1" y="1443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49"/>
          <p:cNvSpPr/>
          <p:nvPr/>
        </p:nvSpPr>
        <p:spPr>
          <a:xfrm>
            <a:off x="-1863793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0" name="Google Shape;350;p49"/>
          <p:cNvSpPr/>
          <p:nvPr/>
        </p:nvSpPr>
        <p:spPr>
          <a:xfrm flipH="1">
            <a:off x="4125982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2" name="Google Shape;382;p49"/>
          <p:cNvSpPr/>
          <p:nvPr/>
        </p:nvSpPr>
        <p:spPr>
          <a:xfrm>
            <a:off x="0" y="41756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49"/>
          <p:cNvSpPr/>
          <p:nvPr/>
        </p:nvSpPr>
        <p:spPr>
          <a:xfrm>
            <a:off x="-449176" y="1793851"/>
            <a:ext cx="1340501" cy="338408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4" name="Google Shape;384;p49"/>
          <p:cNvSpPr/>
          <p:nvPr/>
        </p:nvSpPr>
        <p:spPr>
          <a:xfrm>
            <a:off x="8322275" y="1481201"/>
            <a:ext cx="1383228" cy="3491952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5" name="Google Shape;385;p49"/>
          <p:cNvSpPr/>
          <p:nvPr/>
        </p:nvSpPr>
        <p:spPr>
          <a:xfrm flipH="1">
            <a:off x="-1415066" y="832300"/>
            <a:ext cx="3208923" cy="572689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p49"/>
          <p:cNvSpPr/>
          <p:nvPr/>
        </p:nvSpPr>
        <p:spPr>
          <a:xfrm>
            <a:off x="7776525" y="180475"/>
            <a:ext cx="2900351" cy="517655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1" name="Google Shape;351;p49"/>
          <p:cNvSpPr txBox="1"/>
          <p:nvPr>
            <p:ph type="title"/>
          </p:nvPr>
        </p:nvSpPr>
        <p:spPr>
          <a:xfrm>
            <a:off x="1266190" y="33655"/>
            <a:ext cx="6611620" cy="664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gradFill>
                  <a:gsLst>
                    <a:gs pos="0">
                      <a:schemeClr val="accent2"/>
                    </a:gs>
                    <a:gs pos="100000">
                      <a:schemeClr val="dk2"/>
                    </a:gs>
                  </a:gsLst>
                  <a:lin ang="5400700" scaled="0"/>
                </a:gradFill>
              </a14:hiddenFill>
            </a:ext>
          </a:ex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Реализация ключевых страниц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2" name="Замещающая рамка рисунка 1"/>
          <p:cNvPicPr>
            <a:picLocks noChangeAspect="1"/>
          </p:cNvPicPr>
          <p:nvPr>
            <p:ph type="pic" idx="2"/>
          </p:nvPr>
        </p:nvPicPr>
        <p:blipFill>
          <a:blip r:embed="rId1"/>
          <a:srcRect l="4813" r="4813"/>
          <a:stretch>
            <a:fillRect/>
          </a:stretch>
        </p:blipFill>
        <p:spPr>
          <a:xfrm>
            <a:off x="4377690" y="959485"/>
            <a:ext cx="4410075" cy="2480945"/>
          </a:xfrm>
          <a:prstGeom prst="rect">
            <a:avLst/>
          </a:prstGeom>
          <a:ln>
            <a:solidFill>
              <a:schemeClr val="bg2"/>
            </a:solidFill>
          </a:ln>
        </p:spPr>
      </p:pic>
      <p:pic>
        <p:nvPicPr>
          <p:cNvPr id="3" name="Изображение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" y="2475865"/>
            <a:ext cx="4593590" cy="2314575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924" name="Google Shape;924;p75"/>
          <p:cNvSpPr txBox="1"/>
          <p:nvPr>
            <p:ph type="body" idx="1"/>
          </p:nvPr>
        </p:nvSpPr>
        <p:spPr>
          <a:xfrm>
            <a:off x="2367280" y="959485"/>
            <a:ext cx="1905000" cy="46609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US" sz="18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Главная страница</a:t>
            </a:r>
            <a:endParaRPr lang="ru-RU" altLang="en-US" sz="18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5" name="Google Shape;924;p75"/>
          <p:cNvSpPr txBox="1"/>
          <p:nvPr/>
        </p:nvSpPr>
        <p:spPr>
          <a:xfrm>
            <a:off x="608330" y="2005330"/>
            <a:ext cx="3056255" cy="38925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US" sz="18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Секция возможностей сайта</a:t>
            </a:r>
            <a:endParaRPr lang="ru-RU" altLang="en-US" sz="18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49"/>
          <p:cNvSpPr/>
          <p:nvPr/>
        </p:nvSpPr>
        <p:spPr>
          <a:xfrm>
            <a:off x="-1863793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0" name="Google Shape;350;p49"/>
          <p:cNvSpPr/>
          <p:nvPr/>
        </p:nvSpPr>
        <p:spPr>
          <a:xfrm flipH="1">
            <a:off x="4125982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2" name="Google Shape;382;p49"/>
          <p:cNvSpPr/>
          <p:nvPr/>
        </p:nvSpPr>
        <p:spPr>
          <a:xfrm>
            <a:off x="0" y="41756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49"/>
          <p:cNvSpPr/>
          <p:nvPr/>
        </p:nvSpPr>
        <p:spPr>
          <a:xfrm>
            <a:off x="-449176" y="1793851"/>
            <a:ext cx="1340501" cy="338408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4" name="Google Shape;384;p49"/>
          <p:cNvSpPr/>
          <p:nvPr/>
        </p:nvSpPr>
        <p:spPr>
          <a:xfrm>
            <a:off x="8322275" y="1481201"/>
            <a:ext cx="1383228" cy="3491952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5" name="Google Shape;385;p49"/>
          <p:cNvSpPr/>
          <p:nvPr/>
        </p:nvSpPr>
        <p:spPr>
          <a:xfrm flipH="1">
            <a:off x="-1415066" y="832300"/>
            <a:ext cx="3208923" cy="572689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p49"/>
          <p:cNvSpPr/>
          <p:nvPr/>
        </p:nvSpPr>
        <p:spPr>
          <a:xfrm>
            <a:off x="7776525" y="180475"/>
            <a:ext cx="2900351" cy="517655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" name="Google Shape;924;p75"/>
          <p:cNvSpPr txBox="1"/>
          <p:nvPr/>
        </p:nvSpPr>
        <p:spPr>
          <a:xfrm>
            <a:off x="2315845" y="742315"/>
            <a:ext cx="4512310" cy="3467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US" sz="18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Используются техники </a:t>
            </a:r>
            <a:r>
              <a:rPr lang="en-US" altLang="ru-RU" sz="18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Responsive </a:t>
            </a:r>
            <a:r>
              <a:rPr lang="ru-RU" altLang="ru-RU" sz="18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дизайна</a:t>
            </a:r>
            <a:endParaRPr lang="ru-RU" altLang="ru-RU" sz="18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1" name="Изображение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790" y="1320800"/>
            <a:ext cx="3520440" cy="2163445"/>
          </a:xfrm>
          <a:prstGeom prst="rect">
            <a:avLst/>
          </a:prstGeom>
          <a:ln>
            <a:solidFill>
              <a:schemeClr val="bg2"/>
            </a:solidFill>
          </a:ln>
        </p:spPr>
      </p:pic>
      <p:pic>
        <p:nvPicPr>
          <p:cNvPr id="10" name="Замещающая рамка рисунка 9"/>
          <p:cNvPicPr>
            <a:picLocks noChangeAspect="1"/>
          </p:cNvPicPr>
          <p:nvPr>
            <p:ph type="pic" idx="2"/>
          </p:nvPr>
        </p:nvPicPr>
        <p:blipFill>
          <a:blip r:embed="rId2"/>
          <a:srcRect l="1119" r="1536" b="19620"/>
          <a:stretch>
            <a:fillRect/>
          </a:stretch>
        </p:blipFill>
        <p:spPr>
          <a:xfrm>
            <a:off x="4298315" y="1320800"/>
            <a:ext cx="2580640" cy="1052195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12" name="Google Shape;351;p49"/>
          <p:cNvSpPr txBox="1"/>
          <p:nvPr>
            <p:ph type="title"/>
          </p:nvPr>
        </p:nvSpPr>
        <p:spPr>
          <a:xfrm>
            <a:off x="1266190" y="33655"/>
            <a:ext cx="6611620" cy="664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gradFill>
                  <a:gsLst>
                    <a:gs pos="0">
                      <a:schemeClr val="accent2"/>
                    </a:gs>
                    <a:gs pos="100000">
                      <a:schemeClr val="dk2"/>
                    </a:gs>
                  </a:gsLst>
                  <a:lin ang="5400700" scaled="0"/>
                </a:gradFill>
              </a14:hiddenFill>
            </a:ext>
          </a:ex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Реализация ключевых страниц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13" name="Изображение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1040" y="1793875"/>
            <a:ext cx="1323975" cy="428625"/>
          </a:xfrm>
          <a:prstGeom prst="rect">
            <a:avLst/>
          </a:prstGeom>
          <a:ln>
            <a:solidFill>
              <a:schemeClr val="bg2"/>
            </a:solidFill>
          </a:ln>
        </p:spPr>
      </p:pic>
      <p:pic>
        <p:nvPicPr>
          <p:cNvPr id="14" name="Изображение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040" y="1320800"/>
            <a:ext cx="1323975" cy="400050"/>
          </a:xfrm>
          <a:prstGeom prst="rect">
            <a:avLst/>
          </a:prstGeom>
          <a:ln>
            <a:solidFill>
              <a:schemeClr val="bg2"/>
            </a:solidFill>
          </a:ln>
        </p:spPr>
      </p:pic>
      <p:pic>
        <p:nvPicPr>
          <p:cNvPr id="15" name="Изображение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6750" y="2520315"/>
            <a:ext cx="2217420" cy="16554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49"/>
          <p:cNvSpPr/>
          <p:nvPr/>
        </p:nvSpPr>
        <p:spPr>
          <a:xfrm>
            <a:off x="-1863793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0" name="Google Shape;350;p49"/>
          <p:cNvSpPr/>
          <p:nvPr/>
        </p:nvSpPr>
        <p:spPr>
          <a:xfrm flipH="1">
            <a:off x="4125982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2" name="Google Shape;382;p49"/>
          <p:cNvSpPr/>
          <p:nvPr/>
        </p:nvSpPr>
        <p:spPr>
          <a:xfrm>
            <a:off x="0" y="41756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49"/>
          <p:cNvSpPr/>
          <p:nvPr/>
        </p:nvSpPr>
        <p:spPr>
          <a:xfrm>
            <a:off x="-449176" y="1793851"/>
            <a:ext cx="1340501" cy="338408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4" name="Google Shape;384;p49"/>
          <p:cNvSpPr/>
          <p:nvPr/>
        </p:nvSpPr>
        <p:spPr>
          <a:xfrm>
            <a:off x="8322275" y="1481201"/>
            <a:ext cx="1383228" cy="3491952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5" name="Google Shape;385;p49"/>
          <p:cNvSpPr/>
          <p:nvPr/>
        </p:nvSpPr>
        <p:spPr>
          <a:xfrm flipH="1">
            <a:off x="-1415066" y="832300"/>
            <a:ext cx="3208923" cy="572689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p49"/>
          <p:cNvSpPr/>
          <p:nvPr/>
        </p:nvSpPr>
        <p:spPr>
          <a:xfrm>
            <a:off x="7776525" y="180475"/>
            <a:ext cx="2900351" cy="517655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" name="Google Shape;924;p75"/>
          <p:cNvSpPr txBox="1"/>
          <p:nvPr/>
        </p:nvSpPr>
        <p:spPr>
          <a:xfrm>
            <a:off x="2315845" y="742315"/>
            <a:ext cx="4512310" cy="3467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Каталог вершин</a:t>
            </a:r>
            <a:endParaRPr lang="ru-RU" sz="18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3" name="Замещающая рамка рисунка 2"/>
          <p:cNvPicPr>
            <a:picLocks noChangeAspect="1"/>
          </p:cNvPicPr>
          <p:nvPr>
            <p:ph type="pic" idx="2"/>
          </p:nvPr>
        </p:nvPicPr>
        <p:blipFill>
          <a:blip r:embed="rId1"/>
          <a:srcRect l="4571" r="4571"/>
          <a:stretch>
            <a:fillRect/>
          </a:stretch>
        </p:blipFill>
        <p:spPr>
          <a:xfrm>
            <a:off x="579120" y="1188720"/>
            <a:ext cx="4438650" cy="2496820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6" name="Google Shape;351;p49"/>
          <p:cNvSpPr txBox="1"/>
          <p:nvPr>
            <p:ph type="title"/>
          </p:nvPr>
        </p:nvSpPr>
        <p:spPr>
          <a:xfrm>
            <a:off x="1266190" y="33655"/>
            <a:ext cx="6611620" cy="664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gradFill>
                  <a:gsLst>
                    <a:gs pos="0">
                      <a:schemeClr val="accent2"/>
                    </a:gs>
                    <a:gs pos="100000">
                      <a:schemeClr val="dk2"/>
                    </a:gs>
                  </a:gsLst>
                  <a:lin ang="5400700" scaled="0"/>
                </a:gradFill>
              </a14:hiddenFill>
            </a:ext>
          </a:ex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Реализация ключевых страниц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7" name="Изображение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750" y="3608070"/>
            <a:ext cx="2519680" cy="883920"/>
          </a:xfrm>
          <a:prstGeom prst="rect">
            <a:avLst/>
          </a:prstGeom>
          <a:ln>
            <a:solidFill>
              <a:schemeClr val="bg2"/>
            </a:solidFill>
          </a:ln>
        </p:spPr>
      </p:pic>
      <p:pic>
        <p:nvPicPr>
          <p:cNvPr id="8" name="Изображение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750" y="1188720"/>
            <a:ext cx="3038475" cy="2319655"/>
          </a:xfrm>
          <a:prstGeom prst="rect">
            <a:avLst/>
          </a:prstGeom>
          <a:ln>
            <a:solidFill>
              <a:schemeClr val="bg2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49"/>
          <p:cNvSpPr/>
          <p:nvPr/>
        </p:nvSpPr>
        <p:spPr>
          <a:xfrm>
            <a:off x="-1863793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0" name="Google Shape;350;p49"/>
          <p:cNvSpPr/>
          <p:nvPr/>
        </p:nvSpPr>
        <p:spPr>
          <a:xfrm flipH="1">
            <a:off x="4125982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2" name="Google Shape;382;p49"/>
          <p:cNvSpPr/>
          <p:nvPr/>
        </p:nvSpPr>
        <p:spPr>
          <a:xfrm>
            <a:off x="0" y="41756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49"/>
          <p:cNvSpPr/>
          <p:nvPr/>
        </p:nvSpPr>
        <p:spPr>
          <a:xfrm>
            <a:off x="-449176" y="1793851"/>
            <a:ext cx="1340501" cy="338408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4" name="Google Shape;384;p49"/>
          <p:cNvSpPr/>
          <p:nvPr/>
        </p:nvSpPr>
        <p:spPr>
          <a:xfrm>
            <a:off x="8322275" y="1481201"/>
            <a:ext cx="1383228" cy="3491952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5" name="Google Shape;385;p49"/>
          <p:cNvSpPr/>
          <p:nvPr/>
        </p:nvSpPr>
        <p:spPr>
          <a:xfrm flipH="1">
            <a:off x="-1415066" y="832300"/>
            <a:ext cx="3208923" cy="572689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p49"/>
          <p:cNvSpPr/>
          <p:nvPr/>
        </p:nvSpPr>
        <p:spPr>
          <a:xfrm>
            <a:off x="7776525" y="180475"/>
            <a:ext cx="2900351" cy="517655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" name="Google Shape;924;p75"/>
          <p:cNvSpPr txBox="1"/>
          <p:nvPr/>
        </p:nvSpPr>
        <p:spPr>
          <a:xfrm>
            <a:off x="2315845" y="742315"/>
            <a:ext cx="4512310" cy="3467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Карточки советов</a:t>
            </a:r>
            <a:endParaRPr lang="ru-RU" sz="18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4" name="Замещающая рамка рисунка 3"/>
          <p:cNvPicPr>
            <a:picLocks noChangeAspect="1"/>
          </p:cNvPicPr>
          <p:nvPr>
            <p:ph type="pic" idx="2"/>
          </p:nvPr>
        </p:nvPicPr>
        <p:blipFill>
          <a:blip r:embed="rId1"/>
          <a:srcRect l="4766" r="4766"/>
          <a:stretch>
            <a:fillRect/>
          </a:stretch>
        </p:blipFill>
        <p:spPr>
          <a:xfrm>
            <a:off x="3914775" y="1166495"/>
            <a:ext cx="4516755" cy="2540635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10" name="Google Shape;351;p49"/>
          <p:cNvSpPr txBox="1"/>
          <p:nvPr>
            <p:ph type="title"/>
          </p:nvPr>
        </p:nvSpPr>
        <p:spPr>
          <a:xfrm>
            <a:off x="1266190" y="33655"/>
            <a:ext cx="6611620" cy="664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gradFill>
                  <a:gsLst>
                    <a:gs pos="0">
                      <a:schemeClr val="accent2"/>
                    </a:gs>
                    <a:gs pos="100000">
                      <a:schemeClr val="dk2"/>
                    </a:gs>
                  </a:gsLst>
                  <a:lin ang="5400700" scaled="0"/>
                </a:gradFill>
              </a14:hiddenFill>
            </a:ext>
          </a:ex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Реализация ключевых страниц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11" name="Изображение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" y="1164590"/>
            <a:ext cx="2661920" cy="3089275"/>
          </a:xfrm>
          <a:prstGeom prst="rect">
            <a:avLst/>
          </a:prstGeom>
          <a:ln>
            <a:solidFill>
              <a:schemeClr val="bg2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49"/>
          <p:cNvSpPr/>
          <p:nvPr/>
        </p:nvSpPr>
        <p:spPr>
          <a:xfrm>
            <a:off x="-1863793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0" name="Google Shape;350;p49"/>
          <p:cNvSpPr/>
          <p:nvPr/>
        </p:nvSpPr>
        <p:spPr>
          <a:xfrm flipH="1">
            <a:off x="4125982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2" name="Google Shape;382;p49"/>
          <p:cNvSpPr/>
          <p:nvPr/>
        </p:nvSpPr>
        <p:spPr>
          <a:xfrm>
            <a:off x="0" y="41756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49"/>
          <p:cNvSpPr/>
          <p:nvPr/>
        </p:nvSpPr>
        <p:spPr>
          <a:xfrm>
            <a:off x="-449176" y="1793851"/>
            <a:ext cx="1340501" cy="338408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4" name="Google Shape;384;p49"/>
          <p:cNvSpPr/>
          <p:nvPr/>
        </p:nvSpPr>
        <p:spPr>
          <a:xfrm>
            <a:off x="8322275" y="1481201"/>
            <a:ext cx="1383228" cy="3491952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5" name="Google Shape;385;p49"/>
          <p:cNvSpPr/>
          <p:nvPr/>
        </p:nvSpPr>
        <p:spPr>
          <a:xfrm flipH="1">
            <a:off x="-1415066" y="832300"/>
            <a:ext cx="3208923" cy="572689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p49"/>
          <p:cNvSpPr/>
          <p:nvPr/>
        </p:nvSpPr>
        <p:spPr>
          <a:xfrm>
            <a:off x="7776525" y="180475"/>
            <a:ext cx="2900351" cy="517655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7" name="Замещающая рамка рисунка 6"/>
          <p:cNvPicPr>
            <a:picLocks noChangeAspect="1"/>
          </p:cNvPicPr>
          <p:nvPr>
            <p:ph type="pic" idx="2"/>
          </p:nvPr>
        </p:nvPicPr>
        <p:blipFill>
          <a:blip r:embed="rId1"/>
          <a:srcRect/>
          <a:stretch>
            <a:fillRect/>
          </a:stretch>
        </p:blipFill>
        <p:spPr>
          <a:xfrm>
            <a:off x="367030" y="1155065"/>
            <a:ext cx="4751070" cy="2428240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9" name="Google Shape;351;p49"/>
          <p:cNvSpPr txBox="1"/>
          <p:nvPr>
            <p:ph type="title"/>
          </p:nvPr>
        </p:nvSpPr>
        <p:spPr>
          <a:xfrm>
            <a:off x="1266190" y="33655"/>
            <a:ext cx="6611620" cy="664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gradFill>
                  <a:gsLst>
                    <a:gs pos="0">
                      <a:schemeClr val="accent2"/>
                    </a:gs>
                    <a:gs pos="100000">
                      <a:schemeClr val="dk2"/>
                    </a:gs>
                  </a:gsLst>
                  <a:lin ang="5400700" scaled="0"/>
                </a:gradFill>
              </a14:hiddenFill>
            </a:ext>
          </a:ex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Реализация ключевых страниц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10" name="Изображение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905" y="1155065"/>
            <a:ext cx="3517900" cy="3894455"/>
          </a:xfrm>
          <a:prstGeom prst="rect">
            <a:avLst/>
          </a:prstGeom>
          <a:ln>
            <a:solidFill>
              <a:schemeClr val="bg2"/>
            </a:solidFill>
          </a:ln>
        </p:spPr>
      </p:pic>
      <p:pic>
        <p:nvPicPr>
          <p:cNvPr id="11" name="Изображение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1610" y="3695065"/>
            <a:ext cx="2396490" cy="655955"/>
          </a:xfrm>
          <a:prstGeom prst="rect">
            <a:avLst/>
          </a:prstGeom>
          <a:ln>
            <a:solidFill>
              <a:schemeClr val="bg2"/>
            </a:solidFill>
          </a:ln>
        </p:spPr>
      </p:pic>
      <p:pic>
        <p:nvPicPr>
          <p:cNvPr id="12" name="Изображение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030" y="3695065"/>
            <a:ext cx="2186305" cy="640080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13" name="Google Shape;924;p75"/>
          <p:cNvSpPr txBox="1"/>
          <p:nvPr/>
        </p:nvSpPr>
        <p:spPr>
          <a:xfrm>
            <a:off x="2315845" y="742315"/>
            <a:ext cx="4512310" cy="3467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ru-RU" sz="18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Записи восхождений</a:t>
            </a:r>
            <a:endParaRPr lang="ru-RU" altLang="ru-RU" sz="18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49"/>
          <p:cNvSpPr/>
          <p:nvPr/>
        </p:nvSpPr>
        <p:spPr>
          <a:xfrm>
            <a:off x="-1863793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0" name="Google Shape;350;p49"/>
          <p:cNvSpPr/>
          <p:nvPr/>
        </p:nvSpPr>
        <p:spPr>
          <a:xfrm flipH="1">
            <a:off x="4125982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2" name="Google Shape;382;p49"/>
          <p:cNvSpPr/>
          <p:nvPr/>
        </p:nvSpPr>
        <p:spPr>
          <a:xfrm>
            <a:off x="0" y="41756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49"/>
          <p:cNvSpPr/>
          <p:nvPr/>
        </p:nvSpPr>
        <p:spPr>
          <a:xfrm>
            <a:off x="-449176" y="1793851"/>
            <a:ext cx="1340501" cy="338408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4" name="Google Shape;384;p49"/>
          <p:cNvSpPr/>
          <p:nvPr/>
        </p:nvSpPr>
        <p:spPr>
          <a:xfrm>
            <a:off x="8322275" y="1481201"/>
            <a:ext cx="1383228" cy="3491952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5" name="Google Shape;385;p49"/>
          <p:cNvSpPr/>
          <p:nvPr/>
        </p:nvSpPr>
        <p:spPr>
          <a:xfrm flipH="1">
            <a:off x="-1415066" y="832300"/>
            <a:ext cx="3208923" cy="572689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p49"/>
          <p:cNvSpPr/>
          <p:nvPr/>
        </p:nvSpPr>
        <p:spPr>
          <a:xfrm>
            <a:off x="7776525" y="180475"/>
            <a:ext cx="2900351" cy="517655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" name="Замещающая рамка рисунка 0"/>
          <p:cNvPicPr>
            <a:picLocks noChangeAspect="1"/>
          </p:cNvPicPr>
          <p:nvPr>
            <p:ph type="pic" idx="2"/>
          </p:nvPr>
        </p:nvPicPr>
        <p:blipFill>
          <a:blip r:embed="rId1"/>
          <a:srcRect/>
          <a:stretch>
            <a:fillRect/>
          </a:stretch>
        </p:blipFill>
        <p:spPr>
          <a:xfrm>
            <a:off x="565785" y="1206500"/>
            <a:ext cx="3378835" cy="3418205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4" name="Google Shape;351;p49"/>
          <p:cNvSpPr txBox="1"/>
          <p:nvPr>
            <p:ph type="title"/>
          </p:nvPr>
        </p:nvSpPr>
        <p:spPr>
          <a:xfrm>
            <a:off x="116840" y="259715"/>
            <a:ext cx="8910955" cy="572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gradFill>
                  <a:gsLst>
                    <a:gs pos="0">
                      <a:schemeClr val="accent2"/>
                    </a:gs>
                    <a:gs pos="100000">
                      <a:schemeClr val="dk2"/>
                    </a:gs>
                  </a:gsLst>
                  <a:lin ang="5400700" scaled="0"/>
                </a:gradFill>
              </a14:hiddenFill>
            </a:ext>
          </a:ex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Формы редактирования и добавления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7770" y="1206500"/>
            <a:ext cx="3352165" cy="3417570"/>
          </a:xfrm>
          <a:prstGeom prst="rect">
            <a:avLst/>
          </a:prstGeom>
          <a:ln>
            <a:solidFill>
              <a:schemeClr val="bg2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Google Shape;926;p75"/>
          <p:cNvSpPr/>
          <p:nvPr/>
        </p:nvSpPr>
        <p:spPr>
          <a:xfrm>
            <a:off x="-101024" y="2802397"/>
            <a:ext cx="2223069" cy="396774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19" name="Google Shape;919;p75"/>
          <p:cNvSpPr/>
          <p:nvPr/>
        </p:nvSpPr>
        <p:spPr>
          <a:xfrm flipH="1">
            <a:off x="6980117" y="2122500"/>
            <a:ext cx="3101486" cy="553514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0" name="Google Shape;920;p75"/>
          <p:cNvSpPr/>
          <p:nvPr/>
        </p:nvSpPr>
        <p:spPr>
          <a:xfrm flipH="1">
            <a:off x="4211290" y="1787376"/>
            <a:ext cx="4926110" cy="2504204"/>
          </a:xfrm>
          <a:custGeom>
            <a:avLst/>
            <a:gdLst/>
            <a:ahLst/>
            <a:cxnLst/>
            <a:rect l="l" t="t" r="r" b="b"/>
            <a:pathLst>
              <a:path w="155631" h="57311" extrusionOk="0">
                <a:moveTo>
                  <a:pt x="1" y="0"/>
                </a:moveTo>
                <a:lnTo>
                  <a:pt x="1" y="57310"/>
                </a:lnTo>
                <a:lnTo>
                  <a:pt x="155631" y="57310"/>
                </a:lnTo>
                <a:cubicBezTo>
                  <a:pt x="155631" y="57310"/>
                  <a:pt x="127175" y="53900"/>
                  <a:pt x="122676" y="52435"/>
                </a:cubicBezTo>
                <a:cubicBezTo>
                  <a:pt x="118157" y="50970"/>
                  <a:pt x="82649" y="32767"/>
                  <a:pt x="79804" y="31449"/>
                </a:cubicBezTo>
                <a:cubicBezTo>
                  <a:pt x="77095" y="30194"/>
                  <a:pt x="59452" y="28295"/>
                  <a:pt x="57449" y="28295"/>
                </a:cubicBezTo>
                <a:cubicBezTo>
                  <a:pt x="57347" y="28295"/>
                  <a:pt x="57286" y="28300"/>
                  <a:pt x="57269" y="28310"/>
                </a:cubicBezTo>
                <a:cubicBezTo>
                  <a:pt x="57260" y="28315"/>
                  <a:pt x="57250" y="28317"/>
                  <a:pt x="57240" y="28317"/>
                </a:cubicBezTo>
                <a:cubicBezTo>
                  <a:pt x="56800" y="28317"/>
                  <a:pt x="55222" y="24165"/>
                  <a:pt x="54632" y="24165"/>
                </a:cubicBezTo>
                <a:cubicBezTo>
                  <a:pt x="54625" y="24165"/>
                  <a:pt x="54618" y="24166"/>
                  <a:pt x="54612" y="24167"/>
                </a:cubicBezTo>
                <a:cubicBezTo>
                  <a:pt x="54273" y="24228"/>
                  <a:pt x="53900" y="24288"/>
                  <a:pt x="53589" y="24288"/>
                </a:cubicBezTo>
                <a:cubicBezTo>
                  <a:pt x="53361" y="24288"/>
                  <a:pt x="53166" y="24256"/>
                  <a:pt x="53042" y="24167"/>
                </a:cubicBezTo>
                <a:cubicBezTo>
                  <a:pt x="52770" y="23958"/>
                  <a:pt x="52373" y="22096"/>
                  <a:pt x="51661" y="21426"/>
                </a:cubicBezTo>
                <a:cubicBezTo>
                  <a:pt x="51016" y="20761"/>
                  <a:pt x="47789" y="19475"/>
                  <a:pt x="46749" y="19475"/>
                </a:cubicBezTo>
                <a:cubicBezTo>
                  <a:pt x="46709" y="19475"/>
                  <a:pt x="46673" y="19476"/>
                  <a:pt x="46640" y="19480"/>
                </a:cubicBezTo>
                <a:cubicBezTo>
                  <a:pt x="45761" y="19585"/>
                  <a:pt x="42309" y="20778"/>
                  <a:pt x="41702" y="21824"/>
                </a:cubicBezTo>
                <a:cubicBezTo>
                  <a:pt x="41605" y="21996"/>
                  <a:pt x="41371" y="22116"/>
                  <a:pt x="40968" y="22116"/>
                </a:cubicBezTo>
                <a:cubicBezTo>
                  <a:pt x="40147" y="22116"/>
                  <a:pt x="38627" y="21617"/>
                  <a:pt x="36157" y="20045"/>
                </a:cubicBezTo>
                <a:cubicBezTo>
                  <a:pt x="29378" y="15756"/>
                  <a:pt x="28855" y="12868"/>
                  <a:pt x="19334" y="8893"/>
                </a:cubicBezTo>
                <a:cubicBezTo>
                  <a:pt x="18728" y="8642"/>
                  <a:pt x="16468" y="6382"/>
                  <a:pt x="15798" y="5985"/>
                </a:cubicBezTo>
                <a:cubicBezTo>
                  <a:pt x="15755" y="5959"/>
                  <a:pt x="15689" y="5948"/>
                  <a:pt x="15603" y="5948"/>
                </a:cubicBezTo>
                <a:cubicBezTo>
                  <a:pt x="14400" y="5948"/>
                  <a:pt x="9299" y="8249"/>
                  <a:pt x="7952" y="8600"/>
                </a:cubicBezTo>
                <a:cubicBezTo>
                  <a:pt x="7241" y="8799"/>
                  <a:pt x="5609" y="8898"/>
                  <a:pt x="4105" y="8898"/>
                </a:cubicBezTo>
                <a:cubicBezTo>
                  <a:pt x="2601" y="8898"/>
                  <a:pt x="1225" y="8799"/>
                  <a:pt x="1026" y="8600"/>
                </a:cubicBezTo>
                <a:cubicBezTo>
                  <a:pt x="629" y="8223"/>
                  <a:pt x="1947" y="6654"/>
                  <a:pt x="1821" y="5733"/>
                </a:cubicBezTo>
                <a:cubicBezTo>
                  <a:pt x="1675" y="4813"/>
                  <a:pt x="43" y="1423"/>
                  <a:pt x="419" y="419"/>
                </a:cubicBezTo>
                <a:cubicBezTo>
                  <a:pt x="482" y="293"/>
                  <a:pt x="315" y="126"/>
                  <a:pt x="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1" name="Google Shape;921;p75"/>
          <p:cNvSpPr/>
          <p:nvPr/>
        </p:nvSpPr>
        <p:spPr>
          <a:xfrm>
            <a:off x="1575675" y="3014075"/>
            <a:ext cx="4881000" cy="1670700"/>
          </a:xfrm>
          <a:custGeom>
            <a:avLst/>
            <a:gdLst/>
            <a:ahLst/>
            <a:cxnLst/>
            <a:rect l="l" t="t" r="r" b="b"/>
            <a:pathLst>
              <a:path w="195240" h="66828" extrusionOk="0">
                <a:moveTo>
                  <a:pt x="123857" y="0"/>
                </a:moveTo>
                <a:cubicBezTo>
                  <a:pt x="122153" y="0"/>
                  <a:pt x="117283" y="3189"/>
                  <a:pt x="114453" y="4433"/>
                </a:cubicBezTo>
                <a:cubicBezTo>
                  <a:pt x="111503" y="5772"/>
                  <a:pt x="89951" y="10354"/>
                  <a:pt x="88026" y="11233"/>
                </a:cubicBezTo>
                <a:cubicBezTo>
                  <a:pt x="86122" y="12133"/>
                  <a:pt x="77104" y="22176"/>
                  <a:pt x="75200" y="22302"/>
                </a:cubicBezTo>
                <a:cubicBezTo>
                  <a:pt x="73275" y="22448"/>
                  <a:pt x="60575" y="24373"/>
                  <a:pt x="55699" y="25838"/>
                </a:cubicBezTo>
                <a:cubicBezTo>
                  <a:pt x="52749" y="26717"/>
                  <a:pt x="23038" y="41426"/>
                  <a:pt x="1" y="52934"/>
                </a:cubicBezTo>
                <a:lnTo>
                  <a:pt x="1" y="66639"/>
                </a:lnTo>
                <a:cubicBezTo>
                  <a:pt x="59233" y="66681"/>
                  <a:pt x="194127" y="66827"/>
                  <a:pt x="195236" y="66827"/>
                </a:cubicBezTo>
                <a:lnTo>
                  <a:pt x="195235" y="66827"/>
                </a:lnTo>
                <a:cubicBezTo>
                  <a:pt x="193822" y="66785"/>
                  <a:pt x="160505" y="17907"/>
                  <a:pt x="159334" y="17406"/>
                </a:cubicBezTo>
                <a:cubicBezTo>
                  <a:pt x="158141" y="16924"/>
                  <a:pt x="144123" y="13012"/>
                  <a:pt x="142491" y="12572"/>
                </a:cubicBezTo>
                <a:cubicBezTo>
                  <a:pt x="140859" y="12133"/>
                  <a:pt x="135105" y="3261"/>
                  <a:pt x="132594" y="3136"/>
                </a:cubicBezTo>
                <a:cubicBezTo>
                  <a:pt x="130083" y="2968"/>
                  <a:pt x="125501" y="332"/>
                  <a:pt x="124057" y="18"/>
                </a:cubicBezTo>
                <a:cubicBezTo>
                  <a:pt x="123996" y="6"/>
                  <a:pt x="123929" y="0"/>
                  <a:pt x="123857" y="0"/>
                </a:cubicBezTo>
                <a:close/>
                <a:moveTo>
                  <a:pt x="195235" y="66827"/>
                </a:moveTo>
                <a:cubicBezTo>
                  <a:pt x="195236" y="66827"/>
                  <a:pt x="195237" y="66827"/>
                  <a:pt x="195237" y="66827"/>
                </a:cubicBezTo>
                <a:cubicBezTo>
                  <a:pt x="195238" y="66827"/>
                  <a:pt x="195238" y="66827"/>
                  <a:pt x="195239" y="66827"/>
                </a:cubicBezTo>
                <a:cubicBezTo>
                  <a:pt x="195238" y="66827"/>
                  <a:pt x="195237" y="66827"/>
                  <a:pt x="195236" y="6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2" name="Google Shape;922;p75"/>
          <p:cNvSpPr/>
          <p:nvPr/>
        </p:nvSpPr>
        <p:spPr>
          <a:xfrm>
            <a:off x="4217675" y="2047275"/>
            <a:ext cx="4926248" cy="2637476"/>
          </a:xfrm>
          <a:custGeom>
            <a:avLst/>
            <a:gdLst/>
            <a:ahLst/>
            <a:cxnLst/>
            <a:rect l="l" t="t" r="r" b="b"/>
            <a:pathLst>
              <a:path w="181262" h="90340" extrusionOk="0">
                <a:moveTo>
                  <a:pt x="181241" y="0"/>
                </a:moveTo>
                <a:lnTo>
                  <a:pt x="181241" y="38"/>
                </a:lnTo>
                <a:lnTo>
                  <a:pt x="181241" y="38"/>
                </a:lnTo>
                <a:cubicBezTo>
                  <a:pt x="181248" y="25"/>
                  <a:pt x="181255" y="13"/>
                  <a:pt x="181262" y="0"/>
                </a:cubicBezTo>
                <a:close/>
                <a:moveTo>
                  <a:pt x="181241" y="38"/>
                </a:moveTo>
                <a:cubicBezTo>
                  <a:pt x="175738" y="9936"/>
                  <a:pt x="167681" y="25297"/>
                  <a:pt x="166448" y="25590"/>
                </a:cubicBezTo>
                <a:cubicBezTo>
                  <a:pt x="164669" y="26029"/>
                  <a:pt x="158915" y="37768"/>
                  <a:pt x="154500" y="38876"/>
                </a:cubicBezTo>
                <a:cubicBezTo>
                  <a:pt x="152638" y="39337"/>
                  <a:pt x="137908" y="41910"/>
                  <a:pt x="128576" y="46430"/>
                </a:cubicBezTo>
                <a:cubicBezTo>
                  <a:pt x="124642" y="48334"/>
                  <a:pt x="106606" y="58566"/>
                  <a:pt x="100957" y="59486"/>
                </a:cubicBezTo>
                <a:cubicBezTo>
                  <a:pt x="96123" y="60260"/>
                  <a:pt x="86833" y="59821"/>
                  <a:pt x="81833" y="60135"/>
                </a:cubicBezTo>
                <a:cubicBezTo>
                  <a:pt x="73359" y="60658"/>
                  <a:pt x="0" y="87419"/>
                  <a:pt x="4311" y="89553"/>
                </a:cubicBezTo>
                <a:cubicBezTo>
                  <a:pt x="5490" y="90143"/>
                  <a:pt x="26537" y="90340"/>
                  <a:pt x="54095" y="90340"/>
                </a:cubicBezTo>
                <a:cubicBezTo>
                  <a:pt x="97910" y="90340"/>
                  <a:pt x="158184" y="89843"/>
                  <a:pt x="181241" y="89637"/>
                </a:cubicBezTo>
                <a:lnTo>
                  <a:pt x="181241" y="38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3" name="Google Shape;923;p75"/>
          <p:cNvSpPr txBox="1"/>
          <p:nvPr>
            <p:ph type="title"/>
          </p:nvPr>
        </p:nvSpPr>
        <p:spPr>
          <a:xfrm>
            <a:off x="710850" y="445025"/>
            <a:ext cx="772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Заключение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924" name="Google Shape;924;p75"/>
          <p:cNvSpPr txBox="1"/>
          <p:nvPr>
            <p:ph type="body" idx="1"/>
          </p:nvPr>
        </p:nvSpPr>
        <p:spPr>
          <a:xfrm>
            <a:off x="1950720" y="1328420"/>
            <a:ext cx="5243195" cy="28378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В ходе выполнения курсового проекта поставленая цель была достигнута и задачи решены.</a:t>
            </a:r>
            <a:endParaRPr lang="ru-RU" altLang="en-US" sz="14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altLang="en-US" sz="14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Создан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ru-RU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мультистраничный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веб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-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сайт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для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альпинистов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,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объединяющий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ключевые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функции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: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каталог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популярных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вершин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их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характеристиками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, Masonry-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стилизованную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страницу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советов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по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подбору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снаряжения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систему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учёта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личных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восхождений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возможностью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добавления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,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редактирования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удаления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записей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.</a:t>
            </a:r>
            <a:endParaRPr lang="en-US" altLang="ru-RU" sz="14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ru-RU" sz="14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Сайт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отличается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простотой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использования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,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быстрой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загрузкой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лёгкостью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развёртывания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на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любых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хостингах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.</a:t>
            </a:r>
            <a:endParaRPr lang="en-US" altLang="ru-RU" sz="14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925" name="Google Shape;925;p75"/>
          <p:cNvSpPr/>
          <p:nvPr/>
        </p:nvSpPr>
        <p:spPr>
          <a:xfrm>
            <a:off x="-61950" y="2858925"/>
            <a:ext cx="9205993" cy="2576525"/>
          </a:xfrm>
          <a:custGeom>
            <a:avLst/>
            <a:gdLst/>
            <a:ahLst/>
            <a:cxnLst/>
            <a:rect l="l" t="t" r="r" b="b"/>
            <a:pathLst>
              <a:path w="235915" h="103061" extrusionOk="0">
                <a:moveTo>
                  <a:pt x="806" y="1"/>
                </a:moveTo>
                <a:cubicBezTo>
                  <a:pt x="781" y="1"/>
                  <a:pt x="756" y="5"/>
                  <a:pt x="733" y="12"/>
                </a:cubicBezTo>
                <a:cubicBezTo>
                  <a:pt x="524" y="96"/>
                  <a:pt x="273" y="284"/>
                  <a:pt x="1" y="535"/>
                </a:cubicBezTo>
                <a:lnTo>
                  <a:pt x="1" y="103061"/>
                </a:lnTo>
                <a:lnTo>
                  <a:pt x="235915" y="103061"/>
                </a:lnTo>
                <a:lnTo>
                  <a:pt x="235915" y="53556"/>
                </a:lnTo>
                <a:cubicBezTo>
                  <a:pt x="235815" y="53574"/>
                  <a:pt x="235717" y="53582"/>
                  <a:pt x="235619" y="53582"/>
                </a:cubicBezTo>
                <a:cubicBezTo>
                  <a:pt x="233449" y="53582"/>
                  <a:pt x="231841" y="49298"/>
                  <a:pt x="229658" y="49078"/>
                </a:cubicBezTo>
                <a:cubicBezTo>
                  <a:pt x="229638" y="49076"/>
                  <a:pt x="229617" y="49075"/>
                  <a:pt x="229597" y="49075"/>
                </a:cubicBezTo>
                <a:cubicBezTo>
                  <a:pt x="227279" y="49075"/>
                  <a:pt x="222536" y="61653"/>
                  <a:pt x="215831" y="61653"/>
                </a:cubicBezTo>
                <a:cubicBezTo>
                  <a:pt x="215809" y="61653"/>
                  <a:pt x="215787" y="61653"/>
                  <a:pt x="215765" y="61653"/>
                </a:cubicBezTo>
                <a:cubicBezTo>
                  <a:pt x="215732" y="61653"/>
                  <a:pt x="215699" y="61653"/>
                  <a:pt x="215665" y="61653"/>
                </a:cubicBezTo>
                <a:cubicBezTo>
                  <a:pt x="208819" y="61653"/>
                  <a:pt x="193868" y="68014"/>
                  <a:pt x="187351" y="68139"/>
                </a:cubicBezTo>
                <a:cubicBezTo>
                  <a:pt x="187219" y="68143"/>
                  <a:pt x="187085" y="68144"/>
                  <a:pt x="186950" y="68144"/>
                </a:cubicBezTo>
                <a:cubicBezTo>
                  <a:pt x="180349" y="68144"/>
                  <a:pt x="169908" y="64215"/>
                  <a:pt x="169231" y="63641"/>
                </a:cubicBezTo>
                <a:cubicBezTo>
                  <a:pt x="169129" y="63548"/>
                  <a:pt x="168967" y="63509"/>
                  <a:pt x="168763" y="63509"/>
                </a:cubicBezTo>
                <a:cubicBezTo>
                  <a:pt x="167713" y="63509"/>
                  <a:pt x="165558" y="64544"/>
                  <a:pt x="164801" y="64544"/>
                </a:cubicBezTo>
                <a:cubicBezTo>
                  <a:pt x="164776" y="64544"/>
                  <a:pt x="164754" y="64543"/>
                  <a:pt x="164732" y="64541"/>
                </a:cubicBezTo>
                <a:cubicBezTo>
                  <a:pt x="164062" y="64470"/>
                  <a:pt x="150991" y="63626"/>
                  <a:pt x="144208" y="63626"/>
                </a:cubicBezTo>
                <a:cubicBezTo>
                  <a:pt x="142945" y="63626"/>
                  <a:pt x="141900" y="63656"/>
                  <a:pt x="141193" y="63724"/>
                </a:cubicBezTo>
                <a:cubicBezTo>
                  <a:pt x="136695" y="64164"/>
                  <a:pt x="130355" y="66675"/>
                  <a:pt x="119077" y="68390"/>
                </a:cubicBezTo>
                <a:cubicBezTo>
                  <a:pt x="117721" y="68594"/>
                  <a:pt x="116432" y="68685"/>
                  <a:pt x="115210" y="68685"/>
                </a:cubicBezTo>
                <a:cubicBezTo>
                  <a:pt x="106266" y="68685"/>
                  <a:pt x="100935" y="63829"/>
                  <a:pt x="99702" y="62908"/>
                </a:cubicBezTo>
                <a:cubicBezTo>
                  <a:pt x="99430" y="62709"/>
                  <a:pt x="99163" y="62631"/>
                  <a:pt x="98873" y="62631"/>
                </a:cubicBezTo>
                <a:cubicBezTo>
                  <a:pt x="97862" y="62631"/>
                  <a:pt x="96580" y="63578"/>
                  <a:pt x="93883" y="63578"/>
                </a:cubicBezTo>
                <a:cubicBezTo>
                  <a:pt x="93310" y="63578"/>
                  <a:pt x="92672" y="63535"/>
                  <a:pt x="91960" y="63432"/>
                </a:cubicBezTo>
                <a:cubicBezTo>
                  <a:pt x="86938" y="62699"/>
                  <a:pt x="65931" y="62699"/>
                  <a:pt x="65931" y="62699"/>
                </a:cubicBezTo>
                <a:cubicBezTo>
                  <a:pt x="61830" y="62364"/>
                  <a:pt x="60721" y="58494"/>
                  <a:pt x="60177" y="57406"/>
                </a:cubicBezTo>
                <a:cubicBezTo>
                  <a:pt x="59738" y="56485"/>
                  <a:pt x="56013" y="55271"/>
                  <a:pt x="53900" y="54518"/>
                </a:cubicBezTo>
                <a:cubicBezTo>
                  <a:pt x="53419" y="54330"/>
                  <a:pt x="53042" y="54204"/>
                  <a:pt x="52770" y="54079"/>
                </a:cubicBezTo>
                <a:cubicBezTo>
                  <a:pt x="51326" y="53430"/>
                  <a:pt x="48669" y="47362"/>
                  <a:pt x="47916" y="47153"/>
                </a:cubicBezTo>
                <a:cubicBezTo>
                  <a:pt x="47892" y="47147"/>
                  <a:pt x="47869" y="47144"/>
                  <a:pt x="47846" y="47144"/>
                </a:cubicBezTo>
                <a:cubicBezTo>
                  <a:pt x="47157" y="47144"/>
                  <a:pt x="46565" y="49766"/>
                  <a:pt x="46083" y="49766"/>
                </a:cubicBezTo>
                <a:cubicBezTo>
                  <a:pt x="46030" y="49766"/>
                  <a:pt x="45978" y="49734"/>
                  <a:pt x="45928" y="49664"/>
                </a:cubicBezTo>
                <a:cubicBezTo>
                  <a:pt x="44735" y="47990"/>
                  <a:pt x="41702" y="43910"/>
                  <a:pt x="40383" y="42131"/>
                </a:cubicBezTo>
                <a:cubicBezTo>
                  <a:pt x="39044" y="40353"/>
                  <a:pt x="30612" y="37696"/>
                  <a:pt x="29085" y="36587"/>
                </a:cubicBezTo>
                <a:cubicBezTo>
                  <a:pt x="27546" y="35484"/>
                  <a:pt x="21853" y="22064"/>
                  <a:pt x="21002" y="22064"/>
                </a:cubicBezTo>
                <a:cubicBezTo>
                  <a:pt x="20997" y="22064"/>
                  <a:pt x="20992" y="22065"/>
                  <a:pt x="20987" y="22066"/>
                </a:cubicBezTo>
                <a:cubicBezTo>
                  <a:pt x="20192" y="22254"/>
                  <a:pt x="18351" y="24702"/>
                  <a:pt x="17158" y="25832"/>
                </a:cubicBezTo>
                <a:cubicBezTo>
                  <a:pt x="17128" y="25860"/>
                  <a:pt x="17093" y="25873"/>
                  <a:pt x="17052" y="25873"/>
                </a:cubicBezTo>
                <a:cubicBezTo>
                  <a:pt x="15266" y="25873"/>
                  <a:pt x="2973" y="1"/>
                  <a:pt x="80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7" name="Google Shape;927;p75"/>
          <p:cNvSpPr/>
          <p:nvPr/>
        </p:nvSpPr>
        <p:spPr>
          <a:xfrm>
            <a:off x="475970" y="1928530"/>
            <a:ext cx="1068823" cy="3275606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8" name="Google Shape;928;p75"/>
          <p:cNvSpPr/>
          <p:nvPr/>
        </p:nvSpPr>
        <p:spPr>
          <a:xfrm>
            <a:off x="8176650" y="2802276"/>
            <a:ext cx="875811" cy="2401813"/>
          </a:xfrm>
          <a:custGeom>
            <a:avLst/>
            <a:gdLst/>
            <a:ahLst/>
            <a:cxnLst/>
            <a:rect l="l" t="t" r="r" b="b"/>
            <a:pathLst>
              <a:path w="12740" h="39803" extrusionOk="0">
                <a:moveTo>
                  <a:pt x="453" y="27420"/>
                </a:moveTo>
                <a:cubicBezTo>
                  <a:pt x="869" y="27730"/>
                  <a:pt x="1715" y="28444"/>
                  <a:pt x="2215" y="28456"/>
                </a:cubicBezTo>
                <a:cubicBezTo>
                  <a:pt x="1822" y="28456"/>
                  <a:pt x="1203" y="28420"/>
                  <a:pt x="762" y="28635"/>
                </a:cubicBezTo>
                <a:cubicBezTo>
                  <a:pt x="1429" y="28718"/>
                  <a:pt x="1881" y="29313"/>
                  <a:pt x="2393" y="29730"/>
                </a:cubicBezTo>
                <a:cubicBezTo>
                  <a:pt x="1953" y="29528"/>
                  <a:pt x="1417" y="29849"/>
                  <a:pt x="988" y="29444"/>
                </a:cubicBezTo>
                <a:cubicBezTo>
                  <a:pt x="1084" y="29587"/>
                  <a:pt x="1143" y="29754"/>
                  <a:pt x="1286" y="29885"/>
                </a:cubicBezTo>
                <a:cubicBezTo>
                  <a:pt x="1667" y="30302"/>
                  <a:pt x="2179" y="30444"/>
                  <a:pt x="2631" y="30683"/>
                </a:cubicBezTo>
                <a:cubicBezTo>
                  <a:pt x="2334" y="30837"/>
                  <a:pt x="1858" y="30754"/>
                  <a:pt x="1500" y="30837"/>
                </a:cubicBezTo>
                <a:cubicBezTo>
                  <a:pt x="2441" y="31052"/>
                  <a:pt x="3239" y="31635"/>
                  <a:pt x="4215" y="31814"/>
                </a:cubicBezTo>
                <a:cubicBezTo>
                  <a:pt x="4513" y="31873"/>
                  <a:pt x="4822" y="31933"/>
                  <a:pt x="5156" y="31992"/>
                </a:cubicBezTo>
                <a:lnTo>
                  <a:pt x="5156" y="39803"/>
                </a:lnTo>
                <a:lnTo>
                  <a:pt x="6239" y="39803"/>
                </a:lnTo>
                <a:lnTo>
                  <a:pt x="6239" y="32135"/>
                </a:lnTo>
                <a:cubicBezTo>
                  <a:pt x="6858" y="32171"/>
                  <a:pt x="7477" y="32028"/>
                  <a:pt x="8108" y="32207"/>
                </a:cubicBezTo>
                <a:cubicBezTo>
                  <a:pt x="8549" y="32349"/>
                  <a:pt x="8882" y="32528"/>
                  <a:pt x="9335" y="32492"/>
                </a:cubicBezTo>
                <a:cubicBezTo>
                  <a:pt x="9751" y="32469"/>
                  <a:pt x="10132" y="32326"/>
                  <a:pt x="10549" y="32326"/>
                </a:cubicBezTo>
                <a:cubicBezTo>
                  <a:pt x="10168" y="32171"/>
                  <a:pt x="9751" y="32064"/>
                  <a:pt x="9347" y="31933"/>
                </a:cubicBezTo>
                <a:cubicBezTo>
                  <a:pt x="10549" y="31957"/>
                  <a:pt x="12085" y="31659"/>
                  <a:pt x="12740" y="30230"/>
                </a:cubicBezTo>
                <a:cubicBezTo>
                  <a:pt x="12276" y="30444"/>
                  <a:pt x="11895" y="30540"/>
                  <a:pt x="11430" y="30230"/>
                </a:cubicBezTo>
                <a:cubicBezTo>
                  <a:pt x="11573" y="30111"/>
                  <a:pt x="11787" y="29968"/>
                  <a:pt x="12014" y="29861"/>
                </a:cubicBezTo>
                <a:cubicBezTo>
                  <a:pt x="11609" y="29873"/>
                  <a:pt x="11216" y="29694"/>
                  <a:pt x="10883" y="29444"/>
                </a:cubicBezTo>
                <a:cubicBezTo>
                  <a:pt x="11240" y="29206"/>
                  <a:pt x="11597" y="28932"/>
                  <a:pt x="11895" y="28611"/>
                </a:cubicBezTo>
                <a:cubicBezTo>
                  <a:pt x="12014" y="28480"/>
                  <a:pt x="12097" y="28313"/>
                  <a:pt x="12216" y="28194"/>
                </a:cubicBezTo>
                <a:cubicBezTo>
                  <a:pt x="11835" y="28385"/>
                  <a:pt x="11121" y="28373"/>
                  <a:pt x="10799" y="28385"/>
                </a:cubicBezTo>
                <a:cubicBezTo>
                  <a:pt x="10894" y="28218"/>
                  <a:pt x="11025" y="28099"/>
                  <a:pt x="11180" y="28039"/>
                </a:cubicBezTo>
                <a:cubicBezTo>
                  <a:pt x="10775" y="28039"/>
                  <a:pt x="10382" y="28063"/>
                  <a:pt x="9990" y="28158"/>
                </a:cubicBezTo>
                <a:cubicBezTo>
                  <a:pt x="10192" y="27956"/>
                  <a:pt x="10502" y="27670"/>
                  <a:pt x="10763" y="27599"/>
                </a:cubicBezTo>
                <a:cubicBezTo>
                  <a:pt x="10359" y="27730"/>
                  <a:pt x="9251" y="27825"/>
                  <a:pt x="8930" y="27420"/>
                </a:cubicBezTo>
                <a:cubicBezTo>
                  <a:pt x="9656" y="27087"/>
                  <a:pt x="10371" y="27242"/>
                  <a:pt x="11025" y="26658"/>
                </a:cubicBezTo>
                <a:cubicBezTo>
                  <a:pt x="11454" y="26277"/>
                  <a:pt x="11680" y="25646"/>
                  <a:pt x="12109" y="25265"/>
                </a:cubicBezTo>
                <a:cubicBezTo>
                  <a:pt x="11847" y="25468"/>
                  <a:pt x="11454" y="25337"/>
                  <a:pt x="11144" y="25301"/>
                </a:cubicBezTo>
                <a:cubicBezTo>
                  <a:pt x="11240" y="25241"/>
                  <a:pt x="11311" y="25134"/>
                  <a:pt x="11394" y="25087"/>
                </a:cubicBezTo>
                <a:cubicBezTo>
                  <a:pt x="11156" y="25027"/>
                  <a:pt x="10906" y="25099"/>
                  <a:pt x="10656" y="25099"/>
                </a:cubicBezTo>
                <a:cubicBezTo>
                  <a:pt x="11013" y="24944"/>
                  <a:pt x="11323" y="24706"/>
                  <a:pt x="11656" y="24515"/>
                </a:cubicBezTo>
                <a:cubicBezTo>
                  <a:pt x="10954" y="24503"/>
                  <a:pt x="10406" y="24587"/>
                  <a:pt x="9763" y="24158"/>
                </a:cubicBezTo>
                <a:cubicBezTo>
                  <a:pt x="9990" y="24027"/>
                  <a:pt x="10359" y="23848"/>
                  <a:pt x="10490" y="23622"/>
                </a:cubicBezTo>
                <a:cubicBezTo>
                  <a:pt x="10240" y="23575"/>
                  <a:pt x="9966" y="23551"/>
                  <a:pt x="9728" y="23432"/>
                </a:cubicBezTo>
                <a:cubicBezTo>
                  <a:pt x="10168" y="22741"/>
                  <a:pt x="10716" y="22265"/>
                  <a:pt x="11061" y="21467"/>
                </a:cubicBezTo>
                <a:cubicBezTo>
                  <a:pt x="10430" y="21836"/>
                  <a:pt x="8394" y="23027"/>
                  <a:pt x="7977" y="21789"/>
                </a:cubicBezTo>
                <a:cubicBezTo>
                  <a:pt x="8632" y="21610"/>
                  <a:pt x="9251" y="21348"/>
                  <a:pt x="9894" y="21134"/>
                </a:cubicBezTo>
                <a:cubicBezTo>
                  <a:pt x="9668" y="21062"/>
                  <a:pt x="9394" y="21122"/>
                  <a:pt x="9156" y="21039"/>
                </a:cubicBezTo>
                <a:cubicBezTo>
                  <a:pt x="9466" y="20884"/>
                  <a:pt x="9835" y="20812"/>
                  <a:pt x="10168" y="20693"/>
                </a:cubicBezTo>
                <a:cubicBezTo>
                  <a:pt x="10013" y="20681"/>
                  <a:pt x="9930" y="20574"/>
                  <a:pt x="9811" y="20515"/>
                </a:cubicBezTo>
                <a:cubicBezTo>
                  <a:pt x="10049" y="20158"/>
                  <a:pt x="10847" y="19753"/>
                  <a:pt x="11192" y="19515"/>
                </a:cubicBezTo>
                <a:cubicBezTo>
                  <a:pt x="10823" y="19634"/>
                  <a:pt x="10263" y="19634"/>
                  <a:pt x="9894" y="19503"/>
                </a:cubicBezTo>
                <a:cubicBezTo>
                  <a:pt x="10121" y="19288"/>
                  <a:pt x="10359" y="19038"/>
                  <a:pt x="10597" y="18848"/>
                </a:cubicBezTo>
                <a:cubicBezTo>
                  <a:pt x="10013" y="18776"/>
                  <a:pt x="9394" y="18991"/>
                  <a:pt x="8799" y="18955"/>
                </a:cubicBezTo>
                <a:cubicBezTo>
                  <a:pt x="9013" y="18812"/>
                  <a:pt x="9239" y="18610"/>
                  <a:pt x="9466" y="18491"/>
                </a:cubicBezTo>
                <a:cubicBezTo>
                  <a:pt x="8644" y="18610"/>
                  <a:pt x="8085" y="18538"/>
                  <a:pt x="7334" y="18026"/>
                </a:cubicBezTo>
                <a:cubicBezTo>
                  <a:pt x="7930" y="18038"/>
                  <a:pt x="8513" y="17979"/>
                  <a:pt x="9108" y="17919"/>
                </a:cubicBezTo>
                <a:cubicBezTo>
                  <a:pt x="8978" y="17907"/>
                  <a:pt x="8835" y="17860"/>
                  <a:pt x="8692" y="17848"/>
                </a:cubicBezTo>
                <a:cubicBezTo>
                  <a:pt x="8823" y="17800"/>
                  <a:pt x="8954" y="17729"/>
                  <a:pt x="9097" y="17681"/>
                </a:cubicBezTo>
                <a:cubicBezTo>
                  <a:pt x="8811" y="17693"/>
                  <a:pt x="8537" y="17669"/>
                  <a:pt x="8275" y="17574"/>
                </a:cubicBezTo>
                <a:cubicBezTo>
                  <a:pt x="8870" y="17455"/>
                  <a:pt x="9156" y="17360"/>
                  <a:pt x="9632" y="16907"/>
                </a:cubicBezTo>
                <a:cubicBezTo>
                  <a:pt x="9359" y="16895"/>
                  <a:pt x="9097" y="16895"/>
                  <a:pt x="8835" y="16895"/>
                </a:cubicBezTo>
                <a:cubicBezTo>
                  <a:pt x="9525" y="16907"/>
                  <a:pt x="9609" y="15645"/>
                  <a:pt x="10049" y="15181"/>
                </a:cubicBezTo>
                <a:cubicBezTo>
                  <a:pt x="9418" y="15574"/>
                  <a:pt x="8978" y="15609"/>
                  <a:pt x="8275" y="15657"/>
                </a:cubicBezTo>
                <a:cubicBezTo>
                  <a:pt x="8739" y="15514"/>
                  <a:pt x="9037" y="15133"/>
                  <a:pt x="9394" y="14800"/>
                </a:cubicBezTo>
                <a:cubicBezTo>
                  <a:pt x="9239" y="14871"/>
                  <a:pt x="9073" y="14931"/>
                  <a:pt x="8942" y="14978"/>
                </a:cubicBezTo>
                <a:cubicBezTo>
                  <a:pt x="9049" y="14800"/>
                  <a:pt x="9180" y="14633"/>
                  <a:pt x="9299" y="14466"/>
                </a:cubicBezTo>
                <a:cubicBezTo>
                  <a:pt x="8978" y="14526"/>
                  <a:pt x="8585" y="14573"/>
                  <a:pt x="8275" y="14562"/>
                </a:cubicBezTo>
                <a:cubicBezTo>
                  <a:pt x="8858" y="14109"/>
                  <a:pt x="9168" y="13335"/>
                  <a:pt x="9549" y="12680"/>
                </a:cubicBezTo>
                <a:cubicBezTo>
                  <a:pt x="8942" y="13073"/>
                  <a:pt x="8442" y="13657"/>
                  <a:pt x="7692" y="13383"/>
                </a:cubicBezTo>
                <a:cubicBezTo>
                  <a:pt x="7906" y="13311"/>
                  <a:pt x="8096" y="13204"/>
                  <a:pt x="8299" y="13145"/>
                </a:cubicBezTo>
                <a:cubicBezTo>
                  <a:pt x="8239" y="13133"/>
                  <a:pt x="8144" y="13038"/>
                  <a:pt x="8025" y="13038"/>
                </a:cubicBezTo>
                <a:cubicBezTo>
                  <a:pt x="8287" y="12919"/>
                  <a:pt x="8561" y="12704"/>
                  <a:pt x="8799" y="12549"/>
                </a:cubicBezTo>
                <a:cubicBezTo>
                  <a:pt x="8525" y="12549"/>
                  <a:pt x="8239" y="12490"/>
                  <a:pt x="7977" y="12490"/>
                </a:cubicBezTo>
                <a:cubicBezTo>
                  <a:pt x="8704" y="12240"/>
                  <a:pt x="9001" y="11525"/>
                  <a:pt x="9275" y="10740"/>
                </a:cubicBezTo>
                <a:cubicBezTo>
                  <a:pt x="8978" y="10990"/>
                  <a:pt x="8692" y="11240"/>
                  <a:pt x="8323" y="11180"/>
                </a:cubicBezTo>
                <a:cubicBezTo>
                  <a:pt x="8466" y="11037"/>
                  <a:pt x="8620" y="10835"/>
                  <a:pt x="8620" y="10633"/>
                </a:cubicBezTo>
                <a:cubicBezTo>
                  <a:pt x="8382" y="10799"/>
                  <a:pt x="8096" y="10930"/>
                  <a:pt x="7846" y="10775"/>
                </a:cubicBezTo>
                <a:cubicBezTo>
                  <a:pt x="7942" y="10704"/>
                  <a:pt x="8025" y="10573"/>
                  <a:pt x="8156" y="10513"/>
                </a:cubicBezTo>
                <a:cubicBezTo>
                  <a:pt x="7787" y="10478"/>
                  <a:pt x="7454" y="10478"/>
                  <a:pt x="7096" y="10335"/>
                </a:cubicBezTo>
                <a:cubicBezTo>
                  <a:pt x="7942" y="10502"/>
                  <a:pt x="8180" y="9513"/>
                  <a:pt x="8525" y="8799"/>
                </a:cubicBezTo>
                <a:cubicBezTo>
                  <a:pt x="8168" y="8906"/>
                  <a:pt x="7799" y="8930"/>
                  <a:pt x="7430" y="8918"/>
                </a:cubicBezTo>
                <a:cubicBezTo>
                  <a:pt x="7656" y="8847"/>
                  <a:pt x="7894" y="8692"/>
                  <a:pt x="8025" y="8489"/>
                </a:cubicBezTo>
                <a:cubicBezTo>
                  <a:pt x="7704" y="8573"/>
                  <a:pt x="7323" y="8549"/>
                  <a:pt x="7084" y="8239"/>
                </a:cubicBezTo>
                <a:cubicBezTo>
                  <a:pt x="7394" y="7966"/>
                  <a:pt x="7835" y="7799"/>
                  <a:pt x="8108" y="7465"/>
                </a:cubicBezTo>
                <a:cubicBezTo>
                  <a:pt x="7846" y="7668"/>
                  <a:pt x="7489" y="7477"/>
                  <a:pt x="7192" y="7382"/>
                </a:cubicBezTo>
                <a:cubicBezTo>
                  <a:pt x="7382" y="7263"/>
                  <a:pt x="7620" y="7073"/>
                  <a:pt x="7692" y="6834"/>
                </a:cubicBezTo>
                <a:cubicBezTo>
                  <a:pt x="7513" y="6930"/>
                  <a:pt x="7287" y="6954"/>
                  <a:pt x="7108" y="6906"/>
                </a:cubicBezTo>
                <a:cubicBezTo>
                  <a:pt x="7239" y="6775"/>
                  <a:pt x="7370" y="6644"/>
                  <a:pt x="7465" y="6489"/>
                </a:cubicBezTo>
                <a:cubicBezTo>
                  <a:pt x="7263" y="6465"/>
                  <a:pt x="6989" y="6430"/>
                  <a:pt x="6811" y="6394"/>
                </a:cubicBezTo>
                <a:cubicBezTo>
                  <a:pt x="7025" y="6275"/>
                  <a:pt x="7215" y="6096"/>
                  <a:pt x="7370" y="5870"/>
                </a:cubicBezTo>
                <a:cubicBezTo>
                  <a:pt x="7156" y="5882"/>
                  <a:pt x="6942" y="5834"/>
                  <a:pt x="6727" y="5811"/>
                </a:cubicBezTo>
                <a:cubicBezTo>
                  <a:pt x="7096" y="5620"/>
                  <a:pt x="7251" y="5108"/>
                  <a:pt x="7454" y="4727"/>
                </a:cubicBezTo>
                <a:cubicBezTo>
                  <a:pt x="7192" y="4858"/>
                  <a:pt x="6894" y="4929"/>
                  <a:pt x="6620" y="5049"/>
                </a:cubicBezTo>
                <a:cubicBezTo>
                  <a:pt x="6739" y="4882"/>
                  <a:pt x="6906" y="4703"/>
                  <a:pt x="7073" y="4608"/>
                </a:cubicBezTo>
                <a:cubicBezTo>
                  <a:pt x="6846" y="4608"/>
                  <a:pt x="6620" y="4620"/>
                  <a:pt x="6394" y="4608"/>
                </a:cubicBezTo>
                <a:cubicBezTo>
                  <a:pt x="6561" y="4406"/>
                  <a:pt x="6680" y="4167"/>
                  <a:pt x="6846" y="4013"/>
                </a:cubicBezTo>
                <a:cubicBezTo>
                  <a:pt x="6596" y="4215"/>
                  <a:pt x="6275" y="4227"/>
                  <a:pt x="5977" y="4215"/>
                </a:cubicBezTo>
                <a:cubicBezTo>
                  <a:pt x="6215" y="4156"/>
                  <a:pt x="6430" y="3965"/>
                  <a:pt x="6608" y="3775"/>
                </a:cubicBezTo>
                <a:cubicBezTo>
                  <a:pt x="6477" y="3834"/>
                  <a:pt x="6358" y="3798"/>
                  <a:pt x="6215" y="3810"/>
                </a:cubicBezTo>
                <a:cubicBezTo>
                  <a:pt x="6334" y="3691"/>
                  <a:pt x="6453" y="3548"/>
                  <a:pt x="6561" y="3429"/>
                </a:cubicBezTo>
                <a:cubicBezTo>
                  <a:pt x="6441" y="3453"/>
                  <a:pt x="6275" y="3394"/>
                  <a:pt x="6156" y="3417"/>
                </a:cubicBezTo>
                <a:cubicBezTo>
                  <a:pt x="6132" y="3144"/>
                  <a:pt x="6132" y="2882"/>
                  <a:pt x="6299" y="2703"/>
                </a:cubicBezTo>
                <a:cubicBezTo>
                  <a:pt x="6084" y="2536"/>
                  <a:pt x="6180" y="2203"/>
                  <a:pt x="6120" y="1941"/>
                </a:cubicBezTo>
                <a:cubicBezTo>
                  <a:pt x="6132" y="1905"/>
                  <a:pt x="6144" y="1893"/>
                  <a:pt x="6156" y="1881"/>
                </a:cubicBezTo>
                <a:cubicBezTo>
                  <a:pt x="6156" y="1250"/>
                  <a:pt x="6084" y="631"/>
                  <a:pt x="6072" y="0"/>
                </a:cubicBezTo>
                <a:cubicBezTo>
                  <a:pt x="6072" y="679"/>
                  <a:pt x="5953" y="2370"/>
                  <a:pt x="5465" y="2298"/>
                </a:cubicBezTo>
                <a:cubicBezTo>
                  <a:pt x="5489" y="2620"/>
                  <a:pt x="5644" y="2905"/>
                  <a:pt x="5739" y="3191"/>
                </a:cubicBezTo>
                <a:cubicBezTo>
                  <a:pt x="5549" y="3155"/>
                  <a:pt x="5370" y="3060"/>
                  <a:pt x="5179" y="3013"/>
                </a:cubicBezTo>
                <a:cubicBezTo>
                  <a:pt x="5287" y="3322"/>
                  <a:pt x="5560" y="3489"/>
                  <a:pt x="5525" y="3870"/>
                </a:cubicBezTo>
                <a:cubicBezTo>
                  <a:pt x="5429" y="3798"/>
                  <a:pt x="5251" y="3775"/>
                  <a:pt x="5191" y="3727"/>
                </a:cubicBezTo>
                <a:cubicBezTo>
                  <a:pt x="5298" y="4025"/>
                  <a:pt x="5441" y="4275"/>
                  <a:pt x="5584" y="4548"/>
                </a:cubicBezTo>
                <a:cubicBezTo>
                  <a:pt x="5251" y="4572"/>
                  <a:pt x="4810" y="4429"/>
                  <a:pt x="4584" y="4144"/>
                </a:cubicBezTo>
                <a:cubicBezTo>
                  <a:pt x="4727" y="4644"/>
                  <a:pt x="5168" y="4941"/>
                  <a:pt x="5322" y="5394"/>
                </a:cubicBezTo>
                <a:cubicBezTo>
                  <a:pt x="5060" y="5382"/>
                  <a:pt x="4810" y="5239"/>
                  <a:pt x="4536" y="5215"/>
                </a:cubicBezTo>
                <a:cubicBezTo>
                  <a:pt x="4727" y="5560"/>
                  <a:pt x="5001" y="5858"/>
                  <a:pt x="5168" y="6227"/>
                </a:cubicBezTo>
                <a:cubicBezTo>
                  <a:pt x="4870" y="6227"/>
                  <a:pt x="4548" y="6013"/>
                  <a:pt x="4286" y="6120"/>
                </a:cubicBezTo>
                <a:cubicBezTo>
                  <a:pt x="4536" y="6465"/>
                  <a:pt x="5084" y="6692"/>
                  <a:pt x="5168" y="7168"/>
                </a:cubicBezTo>
                <a:cubicBezTo>
                  <a:pt x="4882" y="7144"/>
                  <a:pt x="4608" y="7061"/>
                  <a:pt x="4358" y="6906"/>
                </a:cubicBezTo>
                <a:cubicBezTo>
                  <a:pt x="4667" y="7489"/>
                  <a:pt x="4989" y="7835"/>
                  <a:pt x="5441" y="8216"/>
                </a:cubicBezTo>
                <a:cubicBezTo>
                  <a:pt x="5084" y="8251"/>
                  <a:pt x="4810" y="8442"/>
                  <a:pt x="4429" y="8358"/>
                </a:cubicBezTo>
                <a:cubicBezTo>
                  <a:pt x="4036" y="8263"/>
                  <a:pt x="3632" y="7954"/>
                  <a:pt x="3263" y="7775"/>
                </a:cubicBezTo>
                <a:cubicBezTo>
                  <a:pt x="3501" y="8549"/>
                  <a:pt x="4406" y="8656"/>
                  <a:pt x="4632" y="9430"/>
                </a:cubicBezTo>
                <a:cubicBezTo>
                  <a:pt x="4489" y="9382"/>
                  <a:pt x="4334" y="9430"/>
                  <a:pt x="4191" y="9370"/>
                </a:cubicBezTo>
                <a:cubicBezTo>
                  <a:pt x="4179" y="9430"/>
                  <a:pt x="4167" y="9501"/>
                  <a:pt x="4155" y="9561"/>
                </a:cubicBezTo>
                <a:cubicBezTo>
                  <a:pt x="3870" y="9609"/>
                  <a:pt x="3632" y="9466"/>
                  <a:pt x="3358" y="9335"/>
                </a:cubicBezTo>
                <a:cubicBezTo>
                  <a:pt x="3536" y="9668"/>
                  <a:pt x="3798" y="9942"/>
                  <a:pt x="3977" y="10263"/>
                </a:cubicBezTo>
                <a:cubicBezTo>
                  <a:pt x="3644" y="10228"/>
                  <a:pt x="3322" y="10156"/>
                  <a:pt x="3060" y="9906"/>
                </a:cubicBezTo>
                <a:cubicBezTo>
                  <a:pt x="3203" y="10633"/>
                  <a:pt x="3560" y="10954"/>
                  <a:pt x="3929" y="11430"/>
                </a:cubicBezTo>
                <a:cubicBezTo>
                  <a:pt x="3393" y="11609"/>
                  <a:pt x="2882" y="11168"/>
                  <a:pt x="2370" y="11168"/>
                </a:cubicBezTo>
                <a:cubicBezTo>
                  <a:pt x="2643" y="11692"/>
                  <a:pt x="3036" y="12121"/>
                  <a:pt x="3441" y="12478"/>
                </a:cubicBezTo>
                <a:cubicBezTo>
                  <a:pt x="3239" y="12478"/>
                  <a:pt x="3036" y="12478"/>
                  <a:pt x="2846" y="12490"/>
                </a:cubicBezTo>
                <a:cubicBezTo>
                  <a:pt x="3048" y="13002"/>
                  <a:pt x="3584" y="13276"/>
                  <a:pt x="3953" y="13550"/>
                </a:cubicBezTo>
                <a:cubicBezTo>
                  <a:pt x="3572" y="13573"/>
                  <a:pt x="3143" y="13871"/>
                  <a:pt x="2786" y="13752"/>
                </a:cubicBezTo>
                <a:cubicBezTo>
                  <a:pt x="3048" y="14026"/>
                  <a:pt x="3322" y="14323"/>
                  <a:pt x="3655" y="14490"/>
                </a:cubicBezTo>
                <a:cubicBezTo>
                  <a:pt x="2965" y="14704"/>
                  <a:pt x="2512" y="14383"/>
                  <a:pt x="1893" y="14014"/>
                </a:cubicBezTo>
                <a:cubicBezTo>
                  <a:pt x="2310" y="14728"/>
                  <a:pt x="2608" y="15383"/>
                  <a:pt x="3286" y="15824"/>
                </a:cubicBezTo>
                <a:cubicBezTo>
                  <a:pt x="3084" y="16097"/>
                  <a:pt x="2631" y="16074"/>
                  <a:pt x="2334" y="16038"/>
                </a:cubicBezTo>
                <a:cubicBezTo>
                  <a:pt x="2489" y="16157"/>
                  <a:pt x="2489" y="16300"/>
                  <a:pt x="2560" y="16455"/>
                </a:cubicBezTo>
                <a:lnTo>
                  <a:pt x="2036" y="16455"/>
                </a:lnTo>
                <a:cubicBezTo>
                  <a:pt x="2191" y="16729"/>
                  <a:pt x="2441" y="16883"/>
                  <a:pt x="2703" y="16967"/>
                </a:cubicBezTo>
                <a:cubicBezTo>
                  <a:pt x="2036" y="17371"/>
                  <a:pt x="1084" y="17002"/>
                  <a:pt x="643" y="16300"/>
                </a:cubicBezTo>
                <a:cubicBezTo>
                  <a:pt x="965" y="17288"/>
                  <a:pt x="1905" y="17360"/>
                  <a:pt x="2262" y="18205"/>
                </a:cubicBezTo>
                <a:cubicBezTo>
                  <a:pt x="2167" y="18217"/>
                  <a:pt x="2048" y="18360"/>
                  <a:pt x="1917" y="18324"/>
                </a:cubicBezTo>
                <a:cubicBezTo>
                  <a:pt x="2108" y="18586"/>
                  <a:pt x="2370" y="18753"/>
                  <a:pt x="2620" y="18931"/>
                </a:cubicBezTo>
                <a:cubicBezTo>
                  <a:pt x="2191" y="18979"/>
                  <a:pt x="1619" y="18907"/>
                  <a:pt x="1274" y="18550"/>
                </a:cubicBezTo>
                <a:cubicBezTo>
                  <a:pt x="1488" y="19026"/>
                  <a:pt x="2691" y="19741"/>
                  <a:pt x="2560" y="20205"/>
                </a:cubicBezTo>
                <a:cubicBezTo>
                  <a:pt x="2334" y="20205"/>
                  <a:pt x="2096" y="20169"/>
                  <a:pt x="1893" y="20217"/>
                </a:cubicBezTo>
                <a:cubicBezTo>
                  <a:pt x="2036" y="20622"/>
                  <a:pt x="2441" y="20920"/>
                  <a:pt x="2798" y="20943"/>
                </a:cubicBezTo>
                <a:cubicBezTo>
                  <a:pt x="2143" y="21336"/>
                  <a:pt x="822" y="21348"/>
                  <a:pt x="143" y="20824"/>
                </a:cubicBezTo>
                <a:cubicBezTo>
                  <a:pt x="322" y="21062"/>
                  <a:pt x="357" y="21467"/>
                  <a:pt x="524" y="21753"/>
                </a:cubicBezTo>
                <a:cubicBezTo>
                  <a:pt x="834" y="22289"/>
                  <a:pt x="1191" y="22313"/>
                  <a:pt x="1667" y="22527"/>
                </a:cubicBezTo>
                <a:cubicBezTo>
                  <a:pt x="1548" y="22503"/>
                  <a:pt x="1393" y="22539"/>
                  <a:pt x="1274" y="22539"/>
                </a:cubicBezTo>
                <a:cubicBezTo>
                  <a:pt x="1619" y="22979"/>
                  <a:pt x="1929" y="23396"/>
                  <a:pt x="2441" y="23551"/>
                </a:cubicBezTo>
                <a:cubicBezTo>
                  <a:pt x="2024" y="23384"/>
                  <a:pt x="1536" y="23456"/>
                  <a:pt x="1191" y="23098"/>
                </a:cubicBezTo>
                <a:cubicBezTo>
                  <a:pt x="1334" y="23444"/>
                  <a:pt x="1536" y="23777"/>
                  <a:pt x="1786" y="24015"/>
                </a:cubicBezTo>
                <a:cubicBezTo>
                  <a:pt x="2012" y="24218"/>
                  <a:pt x="2381" y="24229"/>
                  <a:pt x="2501" y="24563"/>
                </a:cubicBezTo>
                <a:cubicBezTo>
                  <a:pt x="2072" y="24491"/>
                  <a:pt x="1500" y="24337"/>
                  <a:pt x="1072" y="24515"/>
                </a:cubicBezTo>
                <a:cubicBezTo>
                  <a:pt x="1679" y="24527"/>
                  <a:pt x="2453" y="24932"/>
                  <a:pt x="2810" y="25539"/>
                </a:cubicBezTo>
                <a:cubicBezTo>
                  <a:pt x="2167" y="25575"/>
                  <a:pt x="1560" y="25718"/>
                  <a:pt x="905" y="25682"/>
                </a:cubicBezTo>
                <a:cubicBezTo>
                  <a:pt x="1096" y="26075"/>
                  <a:pt x="2072" y="26289"/>
                  <a:pt x="2393" y="26694"/>
                </a:cubicBezTo>
                <a:cubicBezTo>
                  <a:pt x="1917" y="26551"/>
                  <a:pt x="1358" y="26599"/>
                  <a:pt x="857" y="26634"/>
                </a:cubicBezTo>
                <a:cubicBezTo>
                  <a:pt x="1012" y="26837"/>
                  <a:pt x="1191" y="27027"/>
                  <a:pt x="1381" y="27206"/>
                </a:cubicBezTo>
                <a:cubicBezTo>
                  <a:pt x="1072" y="27075"/>
                  <a:pt x="369" y="26956"/>
                  <a:pt x="0" y="26670"/>
                </a:cubicBezTo>
                <a:cubicBezTo>
                  <a:pt x="107" y="26920"/>
                  <a:pt x="191" y="27218"/>
                  <a:pt x="453" y="2742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5179" name="Google Shape;5179;p87"/>
          <p:cNvGrpSpPr/>
          <p:nvPr/>
        </p:nvGrpSpPr>
        <p:grpSpPr>
          <a:xfrm>
            <a:off x="4324350" y="4690110"/>
            <a:ext cx="558165" cy="594995"/>
            <a:chOff x="914900" y="3806450"/>
            <a:chExt cx="451700" cy="481825"/>
          </a:xfrm>
        </p:grpSpPr>
        <p:sp>
          <p:nvSpPr>
            <p:cNvPr id="5180" name="Google Shape;5180;p87"/>
            <p:cNvSpPr/>
            <p:nvPr/>
          </p:nvSpPr>
          <p:spPr>
            <a:xfrm>
              <a:off x="914900" y="4174425"/>
              <a:ext cx="423400" cy="113850"/>
            </a:xfrm>
            <a:custGeom>
              <a:avLst/>
              <a:gdLst/>
              <a:ahLst/>
              <a:cxnLst/>
              <a:rect l="l" t="t" r="r" b="b"/>
              <a:pathLst>
                <a:path w="16936" h="4554" extrusionOk="0">
                  <a:moveTo>
                    <a:pt x="564" y="0"/>
                  </a:moveTo>
                  <a:cubicBezTo>
                    <a:pt x="250" y="0"/>
                    <a:pt x="0" y="250"/>
                    <a:pt x="0" y="563"/>
                  </a:cubicBezTo>
                  <a:cubicBezTo>
                    <a:pt x="0" y="877"/>
                    <a:pt x="250" y="1130"/>
                    <a:pt x="564" y="1130"/>
                  </a:cubicBezTo>
                  <a:lnTo>
                    <a:pt x="2259" y="1130"/>
                  </a:lnTo>
                  <a:lnTo>
                    <a:pt x="2259" y="2861"/>
                  </a:lnTo>
                  <a:cubicBezTo>
                    <a:pt x="2259" y="3795"/>
                    <a:pt x="3015" y="4553"/>
                    <a:pt x="3951" y="4553"/>
                  </a:cubicBezTo>
                  <a:cubicBezTo>
                    <a:pt x="4264" y="4553"/>
                    <a:pt x="4517" y="4300"/>
                    <a:pt x="4517" y="3990"/>
                  </a:cubicBezTo>
                  <a:lnTo>
                    <a:pt x="4517" y="1130"/>
                  </a:lnTo>
                  <a:lnTo>
                    <a:pt x="5646" y="1130"/>
                  </a:lnTo>
                  <a:lnTo>
                    <a:pt x="5646" y="1693"/>
                  </a:lnTo>
                  <a:cubicBezTo>
                    <a:pt x="5646" y="2629"/>
                    <a:pt x="6402" y="3424"/>
                    <a:pt x="7339" y="3424"/>
                  </a:cubicBezTo>
                  <a:cubicBezTo>
                    <a:pt x="7652" y="3424"/>
                    <a:pt x="7905" y="3171"/>
                    <a:pt x="7905" y="2861"/>
                  </a:cubicBezTo>
                  <a:lnTo>
                    <a:pt x="7905" y="1130"/>
                  </a:lnTo>
                  <a:lnTo>
                    <a:pt x="9034" y="1130"/>
                  </a:lnTo>
                  <a:lnTo>
                    <a:pt x="9034" y="3990"/>
                  </a:lnTo>
                  <a:cubicBezTo>
                    <a:pt x="9034" y="4300"/>
                    <a:pt x="9284" y="4553"/>
                    <a:pt x="9597" y="4553"/>
                  </a:cubicBezTo>
                  <a:cubicBezTo>
                    <a:pt x="9910" y="4553"/>
                    <a:pt x="10163" y="4300"/>
                    <a:pt x="10163" y="3990"/>
                  </a:cubicBezTo>
                  <a:lnTo>
                    <a:pt x="10163" y="1130"/>
                  </a:lnTo>
                  <a:lnTo>
                    <a:pt x="16373" y="1130"/>
                  </a:lnTo>
                  <a:cubicBezTo>
                    <a:pt x="16686" y="1130"/>
                    <a:pt x="16936" y="877"/>
                    <a:pt x="16936" y="563"/>
                  </a:cubicBezTo>
                  <a:cubicBezTo>
                    <a:pt x="16936" y="250"/>
                    <a:pt x="16686" y="0"/>
                    <a:pt x="163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181" name="Google Shape;5181;p87"/>
            <p:cNvSpPr/>
            <p:nvPr/>
          </p:nvSpPr>
          <p:spPr>
            <a:xfrm>
              <a:off x="971350" y="3806450"/>
              <a:ext cx="254100" cy="339775"/>
            </a:xfrm>
            <a:custGeom>
              <a:avLst/>
              <a:gdLst/>
              <a:ahLst/>
              <a:cxnLst/>
              <a:rect l="l" t="t" r="r" b="b"/>
              <a:pathLst>
                <a:path w="10164" h="13591" extrusionOk="0">
                  <a:moveTo>
                    <a:pt x="7563" y="2032"/>
                  </a:moveTo>
                  <a:cubicBezTo>
                    <a:pt x="7853" y="2032"/>
                    <a:pt x="8131" y="2256"/>
                    <a:pt x="8131" y="2596"/>
                  </a:cubicBezTo>
                  <a:cubicBezTo>
                    <a:pt x="8131" y="2937"/>
                    <a:pt x="7852" y="3163"/>
                    <a:pt x="7562" y="3163"/>
                  </a:cubicBezTo>
                  <a:cubicBezTo>
                    <a:pt x="7423" y="3163"/>
                    <a:pt x="7282" y="3111"/>
                    <a:pt x="7168" y="2997"/>
                  </a:cubicBezTo>
                  <a:cubicBezTo>
                    <a:pt x="6945" y="2777"/>
                    <a:pt x="6945" y="2418"/>
                    <a:pt x="7168" y="2199"/>
                  </a:cubicBezTo>
                  <a:cubicBezTo>
                    <a:pt x="7283" y="2083"/>
                    <a:pt x="7425" y="2032"/>
                    <a:pt x="7563" y="2032"/>
                  </a:cubicBezTo>
                  <a:close/>
                  <a:moveTo>
                    <a:pt x="7339" y="0"/>
                  </a:moveTo>
                  <a:cubicBezTo>
                    <a:pt x="5412" y="0"/>
                    <a:pt x="3759" y="1087"/>
                    <a:pt x="2901" y="2668"/>
                  </a:cubicBezTo>
                  <a:cubicBezTo>
                    <a:pt x="2852" y="2674"/>
                    <a:pt x="2804" y="2686"/>
                    <a:pt x="2762" y="2704"/>
                  </a:cubicBezTo>
                  <a:cubicBezTo>
                    <a:pt x="2602" y="2782"/>
                    <a:pt x="2431" y="2819"/>
                    <a:pt x="2260" y="2819"/>
                  </a:cubicBezTo>
                  <a:cubicBezTo>
                    <a:pt x="1967" y="2819"/>
                    <a:pt x="1678" y="2707"/>
                    <a:pt x="1458" y="2494"/>
                  </a:cubicBezTo>
                  <a:cubicBezTo>
                    <a:pt x="1247" y="2280"/>
                    <a:pt x="1127" y="1994"/>
                    <a:pt x="1130" y="1696"/>
                  </a:cubicBezTo>
                  <a:cubicBezTo>
                    <a:pt x="1130" y="1395"/>
                    <a:pt x="1247" y="1178"/>
                    <a:pt x="1458" y="964"/>
                  </a:cubicBezTo>
                  <a:cubicBezTo>
                    <a:pt x="1681" y="744"/>
                    <a:pt x="1681" y="386"/>
                    <a:pt x="1458" y="166"/>
                  </a:cubicBezTo>
                  <a:cubicBezTo>
                    <a:pt x="1348" y="56"/>
                    <a:pt x="1204" y="1"/>
                    <a:pt x="1059" y="1"/>
                  </a:cubicBezTo>
                  <a:cubicBezTo>
                    <a:pt x="915" y="1"/>
                    <a:pt x="770" y="56"/>
                    <a:pt x="660" y="166"/>
                  </a:cubicBezTo>
                  <a:cubicBezTo>
                    <a:pt x="236" y="594"/>
                    <a:pt x="1" y="1093"/>
                    <a:pt x="1" y="1696"/>
                  </a:cubicBezTo>
                  <a:cubicBezTo>
                    <a:pt x="1" y="2942"/>
                    <a:pt x="1010" y="3954"/>
                    <a:pt x="2259" y="3954"/>
                  </a:cubicBezTo>
                  <a:cubicBezTo>
                    <a:pt x="2307" y="3954"/>
                    <a:pt x="2353" y="3939"/>
                    <a:pt x="2401" y="3936"/>
                  </a:cubicBezTo>
                  <a:lnTo>
                    <a:pt x="2401" y="3936"/>
                  </a:lnTo>
                  <a:cubicBezTo>
                    <a:pt x="2319" y="4282"/>
                    <a:pt x="2274" y="4635"/>
                    <a:pt x="2265" y="4990"/>
                  </a:cubicBezTo>
                  <a:cubicBezTo>
                    <a:pt x="2976" y="4680"/>
                    <a:pt x="3741" y="4517"/>
                    <a:pt x="4518" y="4517"/>
                  </a:cubicBezTo>
                  <a:lnTo>
                    <a:pt x="5081" y="4517"/>
                  </a:lnTo>
                  <a:cubicBezTo>
                    <a:pt x="6017" y="4517"/>
                    <a:pt x="6773" y="5276"/>
                    <a:pt x="6776" y="6213"/>
                  </a:cubicBezTo>
                  <a:lnTo>
                    <a:pt x="6776" y="9073"/>
                  </a:lnTo>
                  <a:cubicBezTo>
                    <a:pt x="6776" y="10925"/>
                    <a:pt x="5864" y="12557"/>
                    <a:pt x="4482" y="13590"/>
                  </a:cubicBezTo>
                  <a:lnTo>
                    <a:pt x="6210" y="13590"/>
                  </a:lnTo>
                  <a:cubicBezTo>
                    <a:pt x="8393" y="13590"/>
                    <a:pt x="10164" y="11820"/>
                    <a:pt x="10164" y="9636"/>
                  </a:cubicBezTo>
                  <a:lnTo>
                    <a:pt x="1016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182" name="Google Shape;5182;p87"/>
            <p:cNvSpPr/>
            <p:nvPr/>
          </p:nvSpPr>
          <p:spPr>
            <a:xfrm>
              <a:off x="971350" y="3947600"/>
              <a:ext cx="141175" cy="198625"/>
            </a:xfrm>
            <a:custGeom>
              <a:avLst/>
              <a:gdLst/>
              <a:ahLst/>
              <a:cxnLst/>
              <a:rect l="l" t="t" r="r" b="b"/>
              <a:pathLst>
                <a:path w="5647" h="7945" extrusionOk="0">
                  <a:moveTo>
                    <a:pt x="4518" y="0"/>
                  </a:moveTo>
                  <a:cubicBezTo>
                    <a:pt x="2021" y="0"/>
                    <a:pt x="1" y="2060"/>
                    <a:pt x="1" y="4556"/>
                  </a:cubicBezTo>
                  <a:lnTo>
                    <a:pt x="1" y="6815"/>
                  </a:lnTo>
                  <a:cubicBezTo>
                    <a:pt x="934" y="6812"/>
                    <a:pt x="1693" y="6056"/>
                    <a:pt x="1693" y="5120"/>
                  </a:cubicBezTo>
                  <a:cubicBezTo>
                    <a:pt x="1693" y="4806"/>
                    <a:pt x="1946" y="4556"/>
                    <a:pt x="2259" y="4556"/>
                  </a:cubicBezTo>
                  <a:cubicBezTo>
                    <a:pt x="2569" y="4556"/>
                    <a:pt x="2822" y="4806"/>
                    <a:pt x="2822" y="5120"/>
                  </a:cubicBezTo>
                  <a:cubicBezTo>
                    <a:pt x="2822" y="6547"/>
                    <a:pt x="1753" y="7718"/>
                    <a:pt x="377" y="7905"/>
                  </a:cubicBezTo>
                  <a:cubicBezTo>
                    <a:pt x="434" y="7929"/>
                    <a:pt x="501" y="7941"/>
                    <a:pt x="564" y="7944"/>
                  </a:cubicBezTo>
                  <a:lnTo>
                    <a:pt x="1130" y="7944"/>
                  </a:lnTo>
                  <a:cubicBezTo>
                    <a:pt x="3623" y="7944"/>
                    <a:pt x="5647" y="5921"/>
                    <a:pt x="5647" y="3427"/>
                  </a:cubicBezTo>
                  <a:lnTo>
                    <a:pt x="5647" y="567"/>
                  </a:lnTo>
                  <a:cubicBezTo>
                    <a:pt x="5647" y="253"/>
                    <a:pt x="5394" y="0"/>
                    <a:pt x="508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183" name="Google Shape;5183;p87"/>
            <p:cNvSpPr/>
            <p:nvPr/>
          </p:nvSpPr>
          <p:spPr>
            <a:xfrm>
              <a:off x="1253675" y="3806450"/>
              <a:ext cx="112925" cy="90350"/>
            </a:xfrm>
            <a:custGeom>
              <a:avLst/>
              <a:gdLst/>
              <a:ahLst/>
              <a:cxnLst/>
              <a:rect l="l" t="t" r="r" b="b"/>
              <a:pathLst>
                <a:path w="4517" h="3614" extrusionOk="0">
                  <a:moveTo>
                    <a:pt x="0" y="0"/>
                  </a:moveTo>
                  <a:lnTo>
                    <a:pt x="0" y="1696"/>
                  </a:lnTo>
                  <a:cubicBezTo>
                    <a:pt x="142" y="1685"/>
                    <a:pt x="428" y="1669"/>
                    <a:pt x="771" y="1669"/>
                  </a:cubicBezTo>
                  <a:cubicBezTo>
                    <a:pt x="1415" y="1669"/>
                    <a:pt x="2264" y="1726"/>
                    <a:pt x="2749" y="1988"/>
                  </a:cubicBezTo>
                  <a:cubicBezTo>
                    <a:pt x="3355" y="2313"/>
                    <a:pt x="4062" y="3078"/>
                    <a:pt x="4517" y="3614"/>
                  </a:cubicBezTo>
                  <a:lnTo>
                    <a:pt x="4517" y="2259"/>
                  </a:lnTo>
                  <a:cubicBezTo>
                    <a:pt x="4517" y="1012"/>
                    <a:pt x="3505" y="0"/>
                    <a:pt x="22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184" name="Google Shape;5184;p87"/>
            <p:cNvSpPr/>
            <p:nvPr/>
          </p:nvSpPr>
          <p:spPr>
            <a:xfrm>
              <a:off x="1253600" y="3876425"/>
              <a:ext cx="95025" cy="42975"/>
            </a:xfrm>
            <a:custGeom>
              <a:avLst/>
              <a:gdLst/>
              <a:ahLst/>
              <a:cxnLst/>
              <a:rect l="l" t="t" r="r" b="b"/>
              <a:pathLst>
                <a:path w="3801" h="1719" extrusionOk="0">
                  <a:moveTo>
                    <a:pt x="726" y="0"/>
                  </a:moveTo>
                  <a:cubicBezTo>
                    <a:pt x="478" y="0"/>
                    <a:pt x="239" y="9"/>
                    <a:pt x="42" y="23"/>
                  </a:cubicBezTo>
                  <a:lnTo>
                    <a:pt x="0" y="23"/>
                  </a:lnTo>
                  <a:lnTo>
                    <a:pt x="3" y="1718"/>
                  </a:lnTo>
                  <a:lnTo>
                    <a:pt x="3800" y="1718"/>
                  </a:lnTo>
                  <a:cubicBezTo>
                    <a:pt x="3379" y="1203"/>
                    <a:pt x="2692" y="438"/>
                    <a:pt x="2219" y="182"/>
                  </a:cubicBezTo>
                  <a:cubicBezTo>
                    <a:pt x="1969" y="49"/>
                    <a:pt x="1321" y="0"/>
                    <a:pt x="7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Highest Mountain Ranges in the World by Slidesgo">
  <a:themeElements>
    <a:clrScheme name="Simple Light">
      <a:dk1>
        <a:srgbClr val="0D162C"/>
      </a:dk1>
      <a:lt1>
        <a:srgbClr val="FFFFFF"/>
      </a:lt1>
      <a:dk2>
        <a:srgbClr val="C3D7DB"/>
      </a:dk2>
      <a:lt2>
        <a:srgbClr val="134B66"/>
      </a:lt2>
      <a:accent1>
        <a:srgbClr val="057196"/>
      </a:accent1>
      <a:accent2>
        <a:srgbClr val="5DAFB8"/>
      </a:accent2>
      <a:accent3>
        <a:srgbClr val="386C86"/>
      </a:accent3>
      <a:accent4>
        <a:srgbClr val="0097A7"/>
      </a:accent4>
      <a:accent5>
        <a:srgbClr val="FFFFFF"/>
      </a:accent5>
      <a:accent6>
        <a:srgbClr val="FFFFFF"/>
      </a:accent6>
      <a:hlink>
        <a:srgbClr val="0D162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3106</Words>
  <Application>WPS Presentation</Application>
  <PresentationFormat/>
  <Paragraphs>91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36" baseType="lpstr">
      <vt:lpstr>Arial</vt:lpstr>
      <vt:lpstr>SimSun</vt:lpstr>
      <vt:lpstr>Wingdings</vt:lpstr>
      <vt:lpstr>Arial</vt:lpstr>
      <vt:lpstr>Playfair Display</vt:lpstr>
      <vt:lpstr>Playfair Display ExtraBold</vt:lpstr>
      <vt:lpstr>Open Sans</vt:lpstr>
      <vt:lpstr>Playfair Display Black</vt:lpstr>
      <vt:lpstr>Didact Gothic</vt:lpstr>
      <vt:lpstr>Ampir Deco</vt:lpstr>
      <vt:lpstr>Nunito Light</vt:lpstr>
      <vt:lpstr>Proxima Nova Semibold</vt:lpstr>
      <vt:lpstr>Proxima Nova</vt:lpstr>
      <vt:lpstr>Microsoft YaHei</vt:lpstr>
      <vt:lpstr>Arial Unicode MS</vt:lpstr>
      <vt:lpstr>DM Sans</vt:lpstr>
      <vt:lpstr>Playfair Display ExtraBold</vt:lpstr>
      <vt:lpstr>Calibri</vt:lpstr>
      <vt:lpstr>Amatic SC</vt:lpstr>
      <vt:lpstr>Roboto Medium</vt:lpstr>
      <vt:lpstr>BatangChe</vt:lpstr>
      <vt:lpstr>Microsoft Himalaya</vt:lpstr>
      <vt:lpstr>Calibri</vt:lpstr>
      <vt:lpstr>Highest Mountain Ranges in the World by Slidesgo</vt:lpstr>
      <vt:lpstr>Highest Mountain Ranges in the World</vt:lpstr>
      <vt:lpstr>Highest mountain</vt:lpstr>
      <vt:lpstr>Divide the content</vt:lpstr>
      <vt:lpstr>Resources</vt:lpstr>
      <vt:lpstr>Contents of this template</vt:lpstr>
      <vt:lpstr>Реализация ключевых страниц</vt:lpstr>
      <vt:lpstr>Реализация ключевых страниц</vt:lpstr>
      <vt:lpstr>Реализация ключевых страниц</vt:lpstr>
      <vt:lpstr>Реализация ключевых страниц</vt:lpstr>
      <vt:lpstr>Реализация ключевых страниц</vt:lpstr>
      <vt:lpstr>Реализация ключевых страниц</vt:lpstr>
      <vt:lpstr>Alternative resources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Highest Mountain Ranges in the World</dc:title>
  <dc:creator/>
  <cp:lastModifiedBy>VA</cp:lastModifiedBy>
  <cp:revision>21</cp:revision>
  <dcterms:created xsi:type="dcterms:W3CDTF">2025-11-23T06:29:48Z</dcterms:created>
  <dcterms:modified xsi:type="dcterms:W3CDTF">2025-11-23T07:48:57Z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C1B7E42D0F4A4BF083BB17DD19049578_13</vt:lpwstr>
  </property>
  <property fmtid="{D5CDD505-2E9C-101B-9397-08002B2CF9AE}" pid="3" name="KSOProductBuildVer">
    <vt:lpwstr>1049-12.2.0.23155</vt:lpwstr>
  </property>
</Properties>
</file>